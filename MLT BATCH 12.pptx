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63" r:id="rId1"/>
  </p:sldMasterIdLst>
  <p:notesMasterIdLst>
    <p:notesMasterId r:id="rId2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12192000" cy="6858000"/>
  <p:notesSz cx="6858000" cy="9144000"/>
  <p:kinsoku lang="zh-CN" invalStChars="!%),.:;?]}¨·ˇˉ་―‖’”…‰∶、。〃々〉》」』】〕〗！＂＇％），．：；？］｀｜｝～￠" invalEndChars="([{·‘“〈《「『【〔〖（．［｛￡￥"/>
  <p:defaultTextStyle>
    <a:defPPr>
      <a:defRPr lang="zh-CN"/>
    </a:defPPr>
    <a:lvl1pPr algn="l" defTabSz="914400" fontAlgn="auto" hangingPunct="1">
      <a:lnSpc>
        <a:spcPct val="100000"/>
      </a:lnSpc>
      <a:spcBef>
        <a:spcPts val="0"/>
      </a:spcBef>
      <a:spcAft>
        <a:spcPts val="0"/>
      </a:spcAft>
      <a:buNone/>
      <a:defRPr sz="1400" b="0" i="0" u="none" strike="noStrike" cap="none">
        <a:solidFill>
          <a:srgbClr val="000000"/>
        </a:solidFill>
        <a:latin typeface="Arial" charset="0"/>
        <a:ea typeface="Arial" charset="0"/>
        <a:cs typeface="Arial" charset="0"/>
      </a:defRPr>
    </a:lvl1pPr>
    <a:lvl2pPr algn="l" defTabSz="914400" fontAlgn="auto" hangingPunct="1">
      <a:lnSpc>
        <a:spcPct val="100000"/>
      </a:lnSpc>
      <a:spcBef>
        <a:spcPts val="0"/>
      </a:spcBef>
      <a:spcAft>
        <a:spcPts val="0"/>
      </a:spcAft>
      <a:buNone/>
      <a:defRPr sz="1400" b="0" i="0" u="none" strike="noStrike" cap="none">
        <a:solidFill>
          <a:srgbClr val="000000"/>
        </a:solidFill>
        <a:latin typeface="Arial" charset="0"/>
        <a:ea typeface="Arial" charset="0"/>
        <a:cs typeface="Arial" charset="0"/>
      </a:defRPr>
    </a:lvl2pPr>
    <a:lvl3pPr algn="l" defTabSz="914400" fontAlgn="auto" hangingPunct="1">
      <a:lnSpc>
        <a:spcPct val="100000"/>
      </a:lnSpc>
      <a:spcBef>
        <a:spcPts val="0"/>
      </a:spcBef>
      <a:spcAft>
        <a:spcPts val="0"/>
      </a:spcAft>
      <a:buNone/>
      <a:defRPr sz="1400" b="0" i="0" u="none" strike="noStrike" cap="none">
        <a:solidFill>
          <a:srgbClr val="000000"/>
        </a:solidFill>
        <a:latin typeface="Arial" charset="0"/>
        <a:ea typeface="Arial" charset="0"/>
        <a:cs typeface="Arial" charset="0"/>
      </a:defRPr>
    </a:lvl3pPr>
    <a:lvl4pPr algn="l" defTabSz="914400" fontAlgn="auto" hangingPunct="1">
      <a:lnSpc>
        <a:spcPct val="100000"/>
      </a:lnSpc>
      <a:spcBef>
        <a:spcPts val="0"/>
      </a:spcBef>
      <a:spcAft>
        <a:spcPts val="0"/>
      </a:spcAft>
      <a:buNone/>
      <a:defRPr sz="1400" b="0" i="0" u="none" strike="noStrike" cap="none">
        <a:solidFill>
          <a:srgbClr val="000000"/>
        </a:solidFill>
        <a:latin typeface="Arial" charset="0"/>
        <a:ea typeface="Arial" charset="0"/>
        <a:cs typeface="Arial" charset="0"/>
      </a:defRPr>
    </a:lvl4pPr>
    <a:lvl5pPr algn="l" defTabSz="914400" fontAlgn="auto" hangingPunct="1">
      <a:lnSpc>
        <a:spcPct val="100000"/>
      </a:lnSpc>
      <a:spcBef>
        <a:spcPts val="0"/>
      </a:spcBef>
      <a:spcAft>
        <a:spcPts val="0"/>
      </a:spcAft>
      <a:buNone/>
      <a:defRPr sz="1400" b="0" i="0" u="none" strike="noStrike" cap="none">
        <a:solidFill>
          <a:srgbClr val="000000"/>
        </a:solidFill>
        <a:latin typeface="Arial" charset="0"/>
        <a:ea typeface="Arial" charset="0"/>
        <a:cs typeface="Arial" charset="0"/>
      </a:defRPr>
    </a:lvl5pPr>
    <a:lvl6pPr algn="l" defTabSz="914400" fontAlgn="auto" hangingPunct="1">
      <a:lnSpc>
        <a:spcPct val="100000"/>
      </a:lnSpc>
      <a:spcBef>
        <a:spcPts val="0"/>
      </a:spcBef>
      <a:spcAft>
        <a:spcPts val="0"/>
      </a:spcAft>
      <a:buNone/>
      <a:defRPr sz="1400" b="0" i="0" u="none" strike="noStrike" cap="none">
        <a:solidFill>
          <a:srgbClr val="000000"/>
        </a:solidFill>
        <a:latin typeface="Arial" charset="0"/>
        <a:ea typeface="Arial" charset="0"/>
        <a:cs typeface="Arial" charset="0"/>
      </a:defRPr>
    </a:lvl6pPr>
    <a:lvl7pPr algn="l" defTabSz="914400" fontAlgn="auto" hangingPunct="1">
      <a:lnSpc>
        <a:spcPct val="100000"/>
      </a:lnSpc>
      <a:spcBef>
        <a:spcPts val="0"/>
      </a:spcBef>
      <a:spcAft>
        <a:spcPts val="0"/>
      </a:spcAft>
      <a:buNone/>
      <a:defRPr sz="1400" b="0" i="0" u="none" strike="noStrike" cap="none">
        <a:solidFill>
          <a:srgbClr val="000000"/>
        </a:solidFill>
        <a:latin typeface="Arial" charset="0"/>
        <a:ea typeface="Arial" charset="0"/>
        <a:cs typeface="Arial" charset="0"/>
      </a:defRPr>
    </a:lvl7pPr>
    <a:lvl8pPr algn="l" defTabSz="914400" fontAlgn="auto" hangingPunct="1">
      <a:lnSpc>
        <a:spcPct val="100000"/>
      </a:lnSpc>
      <a:spcBef>
        <a:spcPts val="0"/>
      </a:spcBef>
      <a:spcAft>
        <a:spcPts val="0"/>
      </a:spcAft>
      <a:buNone/>
      <a:defRPr sz="1400" b="0" i="0" u="none" strike="noStrike" cap="none">
        <a:solidFill>
          <a:srgbClr val="000000"/>
        </a:solidFill>
        <a:latin typeface="Arial" charset="0"/>
        <a:ea typeface="Arial" charset="0"/>
        <a:cs typeface="Arial" charset="0"/>
      </a:defRPr>
    </a:lvl8pPr>
    <a:lvl9pPr algn="l" defTabSz="914400" fontAlgn="auto" hangingPunct="1">
      <a:lnSpc>
        <a:spcPct val="100000"/>
      </a:lnSpc>
      <a:spcBef>
        <a:spcPts val="0"/>
      </a:spcBef>
      <a:spcAft>
        <a:spcPts val="0"/>
      </a:spcAft>
      <a:buNone/>
      <a:defRPr sz="1400" b="0" i="0" u="none" strike="noStrike" cap="none">
        <a:solidFill>
          <a:srgbClr val="000000"/>
        </a:solidFill>
        <a:latin typeface="Arial" charset="0"/>
        <a:ea typeface="Arial" charset="0"/>
        <a:cs typeface="Arial" charset="0"/>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60" autoAdjust="0"/>
  </p:normalViewPr>
  <p:slideViewPr>
    <p:cSldViewPr snapToGrid="0">
      <p:cViewPr varScale="1">
        <p:scale>
          <a:sx n="75" d="100"/>
          <a:sy n="75" d="100"/>
        </p:scale>
        <p:origin x="516" y="72"/>
      </p:cViewPr>
      <p:guideLst>
        <p:guide orient="horz" pos="2160"/>
        <p:guide pos="384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snapToGrid="0">
      <p:cViewPr varScale="1">
        <p:scale>
          <a:sx n="57" d="100"/>
          <a:sy n="57" d="100"/>
        </p:scale>
        <p:origin x="0" y="0"/>
      </p:cViewPr>
      <p:guideLst/>
    </p:cSldViewPr>
  </p:notesViewPr>
  <p:gridSpacing cx="72010" cy="7201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文本框"/>
          <p:cNvSpPr>
            <a:spLocks noGrp="1"/>
          </p:cNvSpPr>
          <p:nvPr>
            <p:ph type="hdr" idx="2"/>
          </p:nvPr>
        </p:nvSpPr>
        <p:spPr>
          <a:xfrm>
            <a:off x="0" y="0"/>
            <a:ext cx="2971799" cy="458787"/>
          </a:xfrm>
          <a:prstGeom prst="rect">
            <a:avLst/>
          </a:prstGeom>
          <a:noFill/>
          <a:ln w="12700" cap="flat" cmpd="sng">
            <a:noFill/>
            <a:prstDash val="solid"/>
            <a:round/>
          </a:ln>
        </p:spPr>
        <p:txBody>
          <a:bodyPr vert="horz" wrap="square" lIns="91425" tIns="45700" rIns="91425" bIns="45700" anchor="t" anchorCtr="0">
            <a:prstTxWarp prst="textNoShape">
              <a:avLst/>
            </a:prstTxWarp>
          </a:bodyPr>
          <a:lstStyle/>
          <a:p>
            <a:pPr algn="l">
              <a:lnSpc>
                <a:spcPct val="100000"/>
              </a:lnSpc>
              <a:spcBef>
                <a:spcPts val="0"/>
              </a:spcBef>
              <a:spcAft>
                <a:spcPts val="0"/>
              </a:spcAft>
              <a:buNone/>
            </a:pPr>
            <a:endParaRPr lang="zh-CN" altLang="en-US" sz="1200" b="0" i="0" u="none" strike="noStrike" cap="none">
              <a:solidFill>
                <a:srgbClr val="000000"/>
              </a:solidFill>
              <a:latin typeface="Calibri" charset="0"/>
              <a:ea typeface="Calibri" charset="0"/>
              <a:cs typeface="Calibri" charset="0"/>
              <a:sym typeface="Calibri" charset="0"/>
            </a:endParaRPr>
          </a:p>
        </p:txBody>
      </p:sp>
      <p:sp>
        <p:nvSpPr>
          <p:cNvPr id="8" name="文本框"/>
          <p:cNvSpPr>
            <a:spLocks noGrp="1"/>
          </p:cNvSpPr>
          <p:nvPr>
            <p:ph type="dt" idx="10"/>
          </p:nvPr>
        </p:nvSpPr>
        <p:spPr>
          <a:xfrm>
            <a:off x="3884613" y="0"/>
            <a:ext cx="2971800" cy="458787"/>
          </a:xfrm>
          <a:prstGeom prst="rect">
            <a:avLst/>
          </a:prstGeom>
          <a:noFill/>
          <a:ln w="12700" cap="flat" cmpd="sng">
            <a:noFill/>
            <a:prstDash val="solid"/>
            <a:round/>
          </a:ln>
        </p:spPr>
        <p:txBody>
          <a:bodyPr vert="horz" wrap="square" lIns="91425" tIns="45700" rIns="91425" bIns="45700" anchor="t" anchorCtr="0">
            <a:prstTxWarp prst="textNoShape">
              <a:avLst/>
            </a:prstTxWarp>
          </a:bodyPr>
          <a:lstStyle/>
          <a:p>
            <a:pPr algn="r">
              <a:lnSpc>
                <a:spcPct val="100000"/>
              </a:lnSpc>
              <a:spcBef>
                <a:spcPts val="0"/>
              </a:spcBef>
              <a:spcAft>
                <a:spcPts val="0"/>
              </a:spcAft>
              <a:buNone/>
            </a:pPr>
            <a:endParaRPr lang="zh-CN" altLang="en-US" sz="1200" b="0" i="0" u="none" strike="noStrike" cap="none">
              <a:solidFill>
                <a:srgbClr val="000000"/>
              </a:solidFill>
              <a:latin typeface="Calibri" charset="0"/>
              <a:ea typeface="Calibri" charset="0"/>
              <a:cs typeface="Calibri" charset="0"/>
              <a:sym typeface="Calibri" charset="0"/>
            </a:endParaRPr>
          </a:p>
        </p:txBody>
      </p:sp>
      <p:sp>
        <p:nvSpPr>
          <p:cNvPr id="9" name="对象"/>
          <p:cNvSpPr>
            <a:spLocks noGrp="1" noRot="1" noChangeAspect="1"/>
          </p:cNvSpPr>
          <p:nvPr>
            <p:ph type="sldImg" idx="3"/>
          </p:nvPr>
        </p:nvSpPr>
        <p:spPr>
          <a:xfrm>
            <a:off x="685800" y="1143000"/>
            <a:ext cx="5486400" cy="3086100"/>
          </a:xfrm>
          <a:custGeom>
            <a:avLst/>
            <a:gdLst>
              <a:gd name="T1" fmla="*/ 0 w 21600"/>
              <a:gd name="T2" fmla="*/ 0 h 21600"/>
              <a:gd name="T3" fmla="*/ 21600 w 21600"/>
              <a:gd name="T4" fmla="*/ 21600 h 21600"/>
            </a:gdLst>
            <a:ahLst/>
            <a:cxnLst/>
            <a:rect l="T1" t="T2" r="T3" b="T4"/>
            <a:pathLst>
              <a:path w="21600" h="21600">
                <a:moveTo>
                  <a:pt x="0" y="0"/>
                </a:moveTo>
                <a:lnTo>
                  <a:pt x="21600" y="0"/>
                </a:lnTo>
                <a:lnTo>
                  <a:pt x="21600" y="21600"/>
                </a:lnTo>
                <a:lnTo>
                  <a:pt x="0" y="21600"/>
                </a:lnTo>
                <a:close/>
              </a:path>
            </a:pathLst>
          </a:custGeom>
          <a:noFill/>
          <a:ln w="12700" cap="flat" cmpd="sng">
            <a:solidFill>
              <a:srgbClr val="000000"/>
            </a:solidFill>
            <a:prstDash val="solid"/>
            <a:round/>
          </a:ln>
        </p:spPr>
      </p:sp>
      <p:sp>
        <p:nvSpPr>
          <p:cNvPr id="10" name="文本框"/>
          <p:cNvSpPr>
            <a:spLocks noGrp="1"/>
          </p:cNvSpPr>
          <p:nvPr>
            <p:ph type="body" idx="1"/>
          </p:nvPr>
        </p:nvSpPr>
        <p:spPr>
          <a:xfrm>
            <a:off x="685800" y="4400550"/>
            <a:ext cx="5486400" cy="3600450"/>
          </a:xfrm>
          <a:prstGeom prst="rect">
            <a:avLst/>
          </a:prstGeom>
          <a:noFill/>
          <a:ln w="12700" cap="flat" cmpd="sng">
            <a:noFill/>
            <a:prstDash val="solid"/>
            <a:round/>
          </a:ln>
        </p:spPr>
        <p:txBody>
          <a:bodyPr vert="horz" wrap="square" lIns="91425" tIns="45700" rIns="91425" bIns="45700" anchor="t" anchorCtr="0">
            <a:prstTxWarp prst="textNoShape">
              <a:avLst/>
            </a:prstTxWarp>
          </a:bodyPr>
          <a:lstStyle/>
          <a:p>
            <a:pPr marL="457200" indent="-228600" algn="l">
              <a:lnSpc>
                <a:spcPct val="100000"/>
              </a:lnSpc>
              <a:spcBef>
                <a:spcPts val="0"/>
              </a:spcBef>
              <a:spcAft>
                <a:spcPts val="0"/>
              </a:spcAft>
              <a:buNone/>
            </a:pPr>
            <a:endParaRPr lang="zh-CN" altLang="en-US" sz="1200" b="0" i="0" u="none" strike="noStrike" cap="none">
              <a:solidFill>
                <a:srgbClr val="000000"/>
              </a:solidFill>
              <a:latin typeface="Calibri" charset="0"/>
              <a:ea typeface="Calibri" charset="0"/>
              <a:cs typeface="Calibri" charset="0"/>
              <a:sym typeface="Calibri" charset="0"/>
            </a:endParaRPr>
          </a:p>
        </p:txBody>
      </p:sp>
      <p:sp>
        <p:nvSpPr>
          <p:cNvPr id="11" name="文本框"/>
          <p:cNvSpPr>
            <a:spLocks noGrp="1"/>
          </p:cNvSpPr>
          <p:nvPr>
            <p:ph type="ftr"/>
          </p:nvPr>
        </p:nvSpPr>
        <p:spPr>
          <a:xfrm>
            <a:off x="0" y="8685213"/>
            <a:ext cx="2971799" cy="458787"/>
          </a:xfrm>
          <a:prstGeom prst="rect">
            <a:avLst/>
          </a:prstGeom>
          <a:noFill/>
          <a:ln w="12700" cap="flat" cmpd="sng">
            <a:noFill/>
            <a:prstDash val="solid"/>
            <a:round/>
          </a:ln>
        </p:spPr>
        <p:txBody>
          <a:bodyPr vert="horz" wrap="square" lIns="91425" tIns="45700" rIns="91425" bIns="45700" anchor="b" anchorCtr="0">
            <a:prstTxWarp prst="textNoShape">
              <a:avLst/>
            </a:prstTxWarp>
          </a:bodyPr>
          <a:lstStyle/>
          <a:p>
            <a:pPr algn="l">
              <a:lnSpc>
                <a:spcPct val="100000"/>
              </a:lnSpc>
              <a:spcBef>
                <a:spcPts val="0"/>
              </a:spcBef>
              <a:spcAft>
                <a:spcPts val="0"/>
              </a:spcAft>
              <a:buNone/>
            </a:pPr>
            <a:endParaRPr lang="zh-CN" altLang="en-US" sz="1200" b="0" i="0" u="none" strike="noStrike" cap="none">
              <a:solidFill>
                <a:srgbClr val="000000"/>
              </a:solidFill>
              <a:latin typeface="Calibri" charset="0"/>
              <a:ea typeface="Calibri" charset="0"/>
              <a:cs typeface="Calibri" charset="0"/>
              <a:sym typeface="Calibri" charset="0"/>
            </a:endParaRPr>
          </a:p>
        </p:txBody>
      </p:sp>
      <p:sp>
        <p:nvSpPr>
          <p:cNvPr id="12" name="文本框"/>
          <p:cNvSpPr>
            <a:spLocks noGrp="1"/>
          </p:cNvSpPr>
          <p:nvPr>
            <p:ph type="sldNum"/>
          </p:nvPr>
        </p:nvSpPr>
        <p:spPr>
          <a:xfrm>
            <a:off x="3884613" y="8685213"/>
            <a:ext cx="2971800" cy="458787"/>
          </a:xfrm>
          <a:prstGeom prst="rect">
            <a:avLst/>
          </a:prstGeom>
          <a:noFill/>
          <a:ln w="12700" cap="flat" cmpd="sng">
            <a:noFill/>
            <a:prstDash val="solid"/>
            <a:round/>
          </a:ln>
        </p:spPr>
        <p:txBody>
          <a:bodyPr vert="horz" wrap="square" lIns="91425" tIns="45700" rIns="91425" bIns="45700" anchor="b" anchorCtr="0">
            <a:prstTxWarp prst="textNoShape">
              <a:avLst/>
            </a:prstTxWarp>
          </a:bodyPr>
          <a:lstStyle/>
          <a:p>
            <a:pPr marL="0" indent="0" algn="r">
              <a:lnSpc>
                <a:spcPct val="100000"/>
              </a:lnSpc>
              <a:spcBef>
                <a:spcPts val="0"/>
              </a:spcBef>
              <a:spcAft>
                <a:spcPts val="0"/>
              </a:spcAft>
              <a:buNone/>
            </a:pPr>
            <a:fld id="{CAD2D6BD-DE1B-4B5F-8B41-2702339687B9}" type="slidenum">
              <a:rPr lang="en-US" altLang="zh-CN" sz="1200" b="0" i="0" u="none" strike="noStrike" kern="0" cap="none" spc="0" baseline="0">
                <a:solidFill>
                  <a:srgbClr val="000000"/>
                </a:solidFill>
                <a:latin typeface="Calibri" charset="0"/>
                <a:ea typeface="Calibri" charset="0"/>
                <a:cs typeface="Calibri" charset="0"/>
                <a:sym typeface="Calibri" charset="0"/>
              </a:rPr>
              <a:t>‹#›</a:t>
            </a:fld>
            <a:endParaRPr lang="zh-CN" altLang="en-US" sz="1200" b="0" i="0" u="none" strike="noStrike" cap="none">
              <a:solidFill>
                <a:srgbClr val="000000"/>
              </a:solidFill>
              <a:latin typeface="Calibri" charset="0"/>
              <a:ea typeface="Calibri" charset="0"/>
              <a:cs typeface="Calibri" charset="0"/>
              <a:sym typeface="Calibri" charset="0"/>
            </a:endParaRPr>
          </a:p>
        </p:txBody>
      </p:sp>
    </p:spTree>
    <p:extLst>
      <p:ext uri="{BB962C8B-B14F-4D97-AF65-F5344CB8AC3E}">
        <p14:creationId xmlns:p14="http://schemas.microsoft.com/office/powerpoint/2010/main" val="1370649592"/>
      </p:ext>
    </p:extLst>
  </p:cSld>
  <p:clrMap bg1="lt1" tx1="dk1" bg2="lt2" tx2="dk2" accent1="accent1" accent2="accent2" accent3="accent3" accent4="accent4" accent5="accent5" accent6="accent6" hlink="hlink" folHlink="folHlink"/>
  <p:hf sldNum="0" hdr="0" ftr="0" dt="0"/>
  <p:notesStyle>
    <a:lvl1pPr marL="0" indent="0" algn="l" defTabSz="914400" fontAlgn="auto" hangingPunct="1">
      <a:lnSpc>
        <a:spcPct val="100000"/>
      </a:lnSpc>
      <a:spcBef>
        <a:spcPts val="0"/>
      </a:spcBef>
      <a:spcAft>
        <a:spcPts val="0"/>
      </a:spcAft>
      <a:buNone/>
      <a:defRPr sz="1400" b="0" i="0" u="none" strike="noStrike" kern="0" cap="none" spc="0" baseline="0">
        <a:solidFill>
          <a:srgbClr val="000000"/>
        </a:solidFill>
        <a:latin typeface="Arial" charset="0"/>
        <a:ea typeface="Arial" charset="0"/>
        <a:cs typeface="Arial" charset="0"/>
      </a:defRPr>
    </a:lvl1pPr>
    <a:lvl2pPr marL="0" indent="0" algn="l" defTabSz="914400" fontAlgn="auto" hangingPunct="1">
      <a:lnSpc>
        <a:spcPct val="100000"/>
      </a:lnSpc>
      <a:spcBef>
        <a:spcPts val="0"/>
      </a:spcBef>
      <a:spcAft>
        <a:spcPts val="0"/>
      </a:spcAft>
      <a:buNone/>
      <a:defRPr sz="1400" b="0" i="0" u="none" strike="noStrike" kern="0" cap="none" spc="0" baseline="0">
        <a:solidFill>
          <a:srgbClr val="000000"/>
        </a:solidFill>
        <a:latin typeface="Arial" charset="0"/>
        <a:ea typeface="Arial" charset="0"/>
        <a:cs typeface="Arial" charset="0"/>
      </a:defRPr>
    </a:lvl2pPr>
    <a:lvl3pPr marL="0" indent="0" algn="l" defTabSz="914400" fontAlgn="auto" hangingPunct="1">
      <a:lnSpc>
        <a:spcPct val="100000"/>
      </a:lnSpc>
      <a:spcBef>
        <a:spcPts val="0"/>
      </a:spcBef>
      <a:spcAft>
        <a:spcPts val="0"/>
      </a:spcAft>
      <a:buNone/>
      <a:defRPr sz="1400" b="0" i="0" u="none" strike="noStrike" kern="0" cap="none" spc="0" baseline="0">
        <a:solidFill>
          <a:srgbClr val="000000"/>
        </a:solidFill>
        <a:latin typeface="Arial" charset="0"/>
        <a:ea typeface="Arial" charset="0"/>
        <a:cs typeface="Arial" charset="0"/>
      </a:defRPr>
    </a:lvl3pPr>
    <a:lvl4pPr marL="0" indent="0" algn="l" defTabSz="914400" fontAlgn="auto" hangingPunct="1">
      <a:lnSpc>
        <a:spcPct val="100000"/>
      </a:lnSpc>
      <a:spcBef>
        <a:spcPts val="0"/>
      </a:spcBef>
      <a:spcAft>
        <a:spcPts val="0"/>
      </a:spcAft>
      <a:buNone/>
      <a:defRPr sz="1400" b="0" i="0" u="none" strike="noStrike" kern="0" cap="none" spc="0" baseline="0">
        <a:solidFill>
          <a:srgbClr val="000000"/>
        </a:solidFill>
        <a:latin typeface="Arial" charset="0"/>
        <a:ea typeface="Arial" charset="0"/>
        <a:cs typeface="Arial" charset="0"/>
      </a:defRPr>
    </a:lvl4pPr>
    <a:lvl5pPr marL="0" indent="0" algn="l" defTabSz="914400" fontAlgn="auto" hangingPunct="1">
      <a:lnSpc>
        <a:spcPct val="100000"/>
      </a:lnSpc>
      <a:spcBef>
        <a:spcPts val="0"/>
      </a:spcBef>
      <a:spcAft>
        <a:spcPts val="0"/>
      </a:spcAft>
      <a:buNone/>
      <a:defRPr sz="1400" b="0" i="0" u="none" strike="noStrike" kern="0" cap="none" spc="0" baseline="0">
        <a:solidFill>
          <a:srgbClr val="000000"/>
        </a:solidFill>
        <a:latin typeface="Arial" charset="0"/>
        <a:ea typeface="Arial" charset="0"/>
        <a:cs typeface="Arial" charset="0"/>
      </a:defRPr>
    </a:lvl5pPr>
    <a:lvl6pPr marL="0" indent="0" algn="l" defTabSz="914400" fontAlgn="auto" hangingPunct="1">
      <a:lnSpc>
        <a:spcPct val="100000"/>
      </a:lnSpc>
      <a:spcBef>
        <a:spcPts val="0"/>
      </a:spcBef>
      <a:spcAft>
        <a:spcPts val="0"/>
      </a:spcAft>
      <a:buNone/>
      <a:defRPr sz="1400" b="0" i="0" u="none" strike="noStrike" kern="0" cap="none" spc="0" baseline="0">
        <a:solidFill>
          <a:srgbClr val="000000"/>
        </a:solidFill>
        <a:latin typeface="Arial" charset="0"/>
        <a:ea typeface="Arial" charset="0"/>
        <a:cs typeface="Arial" charset="0"/>
      </a:defRPr>
    </a:lvl6pPr>
    <a:lvl7pPr marL="0" indent="0" algn="l" defTabSz="914400" fontAlgn="auto" hangingPunct="1">
      <a:lnSpc>
        <a:spcPct val="100000"/>
      </a:lnSpc>
      <a:spcBef>
        <a:spcPts val="0"/>
      </a:spcBef>
      <a:spcAft>
        <a:spcPts val="0"/>
      </a:spcAft>
      <a:buNone/>
      <a:defRPr sz="1400" b="0" i="0" u="none" strike="noStrike" kern="0" cap="none" spc="0" baseline="0">
        <a:solidFill>
          <a:srgbClr val="000000"/>
        </a:solidFill>
        <a:latin typeface="Arial" charset="0"/>
        <a:ea typeface="Arial" charset="0"/>
        <a:cs typeface="Arial" charset="0"/>
      </a:defRPr>
    </a:lvl7pPr>
    <a:lvl8pPr marL="0" indent="0" algn="l" defTabSz="914400" fontAlgn="auto" hangingPunct="1">
      <a:lnSpc>
        <a:spcPct val="100000"/>
      </a:lnSpc>
      <a:spcBef>
        <a:spcPts val="0"/>
      </a:spcBef>
      <a:spcAft>
        <a:spcPts val="0"/>
      </a:spcAft>
      <a:buNone/>
      <a:defRPr sz="1400" b="0" i="0" u="none" strike="noStrike" kern="0" cap="none" spc="0" baseline="0">
        <a:solidFill>
          <a:srgbClr val="000000"/>
        </a:solidFill>
        <a:latin typeface="Arial" charset="0"/>
        <a:ea typeface="Arial" charset="0"/>
        <a:cs typeface="Arial" charset="0"/>
      </a:defRPr>
    </a:lvl8pPr>
    <a:lvl9pPr marL="0" indent="0" algn="l" defTabSz="914400" fontAlgn="auto" hangingPunct="1">
      <a:lnSpc>
        <a:spcPct val="100000"/>
      </a:lnSpc>
      <a:spcBef>
        <a:spcPts val="0"/>
      </a:spcBef>
      <a:spcAft>
        <a:spcPts val="0"/>
      </a:spcAft>
      <a:buNone/>
      <a:defRPr sz="1400" b="0" i="0" u="none" strike="noStrike" kern="0" cap="none" spc="0" baseline="0">
        <a:solidFill>
          <a:srgbClr val="000000"/>
        </a:solidFill>
        <a:latin typeface="Arial" charset="0"/>
        <a:ea typeface="Arial" charset="0"/>
        <a:cs typeface="Arial" charset="0"/>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 name="文本框"/>
          <p:cNvSpPr>
            <a:spLocks noGrp="1"/>
          </p:cNvSpPr>
          <p:nvPr>
            <p:ph type="body" idx="1"/>
          </p:nvPr>
        </p:nvSpPr>
        <p:spPr>
          <a:xfrm>
            <a:off x="685800" y="4400550"/>
            <a:ext cx="5486400" cy="3600450"/>
          </a:xfrm>
          <a:prstGeom prst="rect">
            <a:avLst/>
          </a:prstGeom>
          <a:noFill/>
          <a:ln w="12700" cap="flat" cmpd="sng">
            <a:noFill/>
            <a:prstDash val="solid"/>
            <a:miter/>
          </a:ln>
        </p:spPr>
        <p:txBody>
          <a:bodyPr vert="horz" wrap="square" lIns="91425" tIns="45700" rIns="91425" bIns="45700" anchor="t" anchorCtr="0">
            <a:prstTxWarp prst="textNoShape">
              <a:avLst/>
            </a:prstTxWarp>
          </a:bodyPr>
          <a:lstStyle/>
          <a:p>
            <a:endParaRPr lang="zh-CN" altLang="en-US"/>
          </a:p>
        </p:txBody>
      </p:sp>
      <p:sp>
        <p:nvSpPr>
          <p:cNvPr id="21" name="对象"/>
          <p:cNvSpPr>
            <a:spLocks noGrp="1" noRot="1" noChangeAspect="1"/>
          </p:cNvSpPr>
          <p:nvPr>
            <p:ph type="sldImg" idx="2"/>
          </p:nvPr>
        </p:nvSpPr>
        <p:spPr>
          <a:xfrm>
            <a:off x="685800" y="1143000"/>
            <a:ext cx="5486400" cy="3086100"/>
          </a:xfrm>
          <a:custGeom>
            <a:avLst/>
            <a:gdLst>
              <a:gd name="T1" fmla="*/ 0 w 21600"/>
              <a:gd name="T2" fmla="*/ 0 h 21600"/>
              <a:gd name="T3" fmla="*/ 21600 w 21600"/>
              <a:gd name="T4" fmla="*/ 21600 h 21600"/>
            </a:gdLst>
            <a:ahLst/>
            <a:cxnLst/>
            <a:rect l="T1" t="T2" r="T3" b="T4"/>
            <a:pathLst>
              <a:path w="21600" h="21600">
                <a:moveTo>
                  <a:pt x="0" y="0"/>
                </a:moveTo>
                <a:lnTo>
                  <a:pt x="21600" y="0"/>
                </a:lnTo>
                <a:lnTo>
                  <a:pt x="21600" y="21600"/>
                </a:lnTo>
                <a:lnTo>
                  <a:pt x="0" y="21600"/>
                </a:lnTo>
                <a:close/>
              </a:path>
            </a:pathLst>
          </a:custGeom>
          <a:noFill/>
          <a:ln cap="flat" cmpd="sng">
            <a:noFill/>
            <a:prstDash val="solid"/>
            <a:miter/>
          </a:ln>
        </p:spPr>
      </p:sp>
    </p:spTree>
    <p:extLst>
      <p:ext uri="{BB962C8B-B14F-4D97-AF65-F5344CB8AC3E}">
        <p14:creationId xmlns:p14="http://schemas.microsoft.com/office/powerpoint/2010/main" val="70401618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0" name="文本框"/>
          <p:cNvSpPr>
            <a:spLocks noGrp="1"/>
          </p:cNvSpPr>
          <p:nvPr>
            <p:ph type="body" idx="1"/>
          </p:nvPr>
        </p:nvSpPr>
        <p:spPr>
          <a:xfrm>
            <a:off x="685800" y="4400550"/>
            <a:ext cx="5486400" cy="3600450"/>
          </a:xfrm>
          <a:prstGeom prst="rect">
            <a:avLst/>
          </a:prstGeom>
          <a:noFill/>
          <a:ln w="12700" cap="flat" cmpd="sng">
            <a:noFill/>
            <a:prstDash val="solid"/>
            <a:round/>
          </a:ln>
        </p:spPr>
        <p:txBody>
          <a:bodyPr vert="horz" wrap="square" lIns="91425" tIns="45700" rIns="91425" bIns="45700" anchor="t" anchorCtr="0">
            <a:prstTxWarp prst="textNoShape">
              <a:avLst/>
            </a:prstTxWarp>
          </a:bodyPr>
          <a:lstStyle/>
          <a:p>
            <a:endParaRPr lang="zh-CN" altLang="en-US"/>
          </a:p>
        </p:txBody>
      </p:sp>
      <p:sp>
        <p:nvSpPr>
          <p:cNvPr id="31" name="对象"/>
          <p:cNvSpPr>
            <a:spLocks noGrp="1" noRot="1" noChangeAspect="1"/>
          </p:cNvSpPr>
          <p:nvPr>
            <p:ph type="sldImg" idx="2"/>
          </p:nvPr>
        </p:nvSpPr>
        <p:spPr>
          <a:xfrm>
            <a:off x="685800" y="1143000"/>
            <a:ext cx="5486400" cy="3086100"/>
          </a:xfrm>
          <a:custGeom>
            <a:avLst/>
            <a:gdLst>
              <a:gd name="T1" fmla="*/ 0 w 21600"/>
              <a:gd name="T2" fmla="*/ 0 h 21600"/>
              <a:gd name="T3" fmla="*/ 21600 w 21600"/>
              <a:gd name="T4" fmla="*/ 21600 h 21600"/>
            </a:gdLst>
            <a:ahLst/>
            <a:cxnLst/>
            <a:rect l="T1" t="T2" r="T3" b="T4"/>
            <a:pathLst>
              <a:path w="21600" h="21600">
                <a:moveTo>
                  <a:pt x="0" y="0"/>
                </a:moveTo>
                <a:lnTo>
                  <a:pt x="21600" y="0"/>
                </a:lnTo>
                <a:lnTo>
                  <a:pt x="21600" y="21600"/>
                </a:lnTo>
                <a:lnTo>
                  <a:pt x="0" y="21600"/>
                </a:lnTo>
                <a:close/>
              </a:path>
            </a:pathLst>
          </a:custGeom>
          <a:noFill/>
          <a:ln w="12700" cap="flat" cmpd="sng">
            <a:solidFill>
              <a:srgbClr val="000000"/>
            </a:solidFill>
            <a:prstDash val="solid"/>
            <a:round/>
          </a:ln>
        </p:spPr>
      </p:sp>
    </p:spTree>
    <p:extLst>
      <p:ext uri="{BB962C8B-B14F-4D97-AF65-F5344CB8AC3E}">
        <p14:creationId xmlns:p14="http://schemas.microsoft.com/office/powerpoint/2010/main" val="20232059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0" name="文本框"/>
          <p:cNvSpPr>
            <a:spLocks noGrp="1"/>
          </p:cNvSpPr>
          <p:nvPr>
            <p:ph type="body" idx="1"/>
          </p:nvPr>
        </p:nvSpPr>
        <p:spPr>
          <a:xfrm>
            <a:off x="685800" y="4400550"/>
            <a:ext cx="5486400" cy="3600450"/>
          </a:xfrm>
          <a:prstGeom prst="rect">
            <a:avLst/>
          </a:prstGeom>
          <a:noFill/>
          <a:ln w="12700" cap="flat" cmpd="sng">
            <a:noFill/>
            <a:prstDash val="solid"/>
            <a:round/>
          </a:ln>
        </p:spPr>
        <p:txBody>
          <a:bodyPr vert="horz" wrap="square" lIns="91425" tIns="45700" rIns="91425" bIns="45700" anchor="t" anchorCtr="0">
            <a:prstTxWarp prst="textNoShape">
              <a:avLst/>
            </a:prstTxWarp>
          </a:bodyPr>
          <a:lstStyle/>
          <a:p>
            <a:endParaRPr lang="zh-CN" altLang="en-US"/>
          </a:p>
        </p:txBody>
      </p:sp>
      <p:sp>
        <p:nvSpPr>
          <p:cNvPr id="41" name="对象"/>
          <p:cNvSpPr>
            <a:spLocks noGrp="1" noRot="1" noChangeAspect="1"/>
          </p:cNvSpPr>
          <p:nvPr>
            <p:ph type="sldImg" idx="2"/>
          </p:nvPr>
        </p:nvSpPr>
        <p:spPr>
          <a:xfrm>
            <a:off x="685800" y="1143000"/>
            <a:ext cx="5486400" cy="3086100"/>
          </a:xfrm>
          <a:custGeom>
            <a:avLst/>
            <a:gdLst>
              <a:gd name="T1" fmla="*/ 0 w 21600"/>
              <a:gd name="T2" fmla="*/ 0 h 21600"/>
              <a:gd name="T3" fmla="*/ 21600 w 21600"/>
              <a:gd name="T4" fmla="*/ 21600 h 21600"/>
            </a:gdLst>
            <a:ahLst/>
            <a:cxnLst/>
            <a:rect l="T1" t="T2" r="T3" b="T4"/>
            <a:pathLst>
              <a:path w="21600" h="21600">
                <a:moveTo>
                  <a:pt x="0" y="0"/>
                </a:moveTo>
                <a:lnTo>
                  <a:pt x="21600" y="0"/>
                </a:lnTo>
                <a:lnTo>
                  <a:pt x="21600" y="21600"/>
                </a:lnTo>
                <a:lnTo>
                  <a:pt x="0" y="21600"/>
                </a:lnTo>
                <a:close/>
              </a:path>
            </a:pathLst>
          </a:custGeom>
          <a:noFill/>
          <a:ln w="12700" cap="flat" cmpd="sng">
            <a:solidFill>
              <a:srgbClr val="000000"/>
            </a:solidFill>
            <a:prstDash val="solid"/>
            <a:round/>
          </a:ln>
        </p:spPr>
      </p:sp>
    </p:spTree>
    <p:extLst>
      <p:ext uri="{BB962C8B-B14F-4D97-AF65-F5344CB8AC3E}">
        <p14:creationId xmlns:p14="http://schemas.microsoft.com/office/powerpoint/2010/main" val="53751028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8" name="文本框"/>
          <p:cNvSpPr>
            <a:spLocks noGrp="1"/>
          </p:cNvSpPr>
          <p:nvPr>
            <p:ph type="body" idx="1"/>
          </p:nvPr>
        </p:nvSpPr>
        <p:spPr>
          <a:xfrm>
            <a:off x="685800" y="4400550"/>
            <a:ext cx="5486400" cy="3600450"/>
          </a:xfrm>
          <a:prstGeom prst="rect">
            <a:avLst/>
          </a:prstGeom>
          <a:noFill/>
          <a:ln w="12700" cap="flat" cmpd="sng">
            <a:noFill/>
            <a:prstDash val="solid"/>
            <a:miter/>
          </a:ln>
        </p:spPr>
        <p:txBody>
          <a:bodyPr vert="horz" wrap="square" lIns="91425" tIns="45700" rIns="91425" bIns="45700" anchor="t" anchorCtr="0">
            <a:prstTxWarp prst="textNoShape">
              <a:avLst/>
            </a:prstTxWarp>
          </a:bodyPr>
          <a:lstStyle/>
          <a:p>
            <a:endParaRPr lang="zh-CN" altLang="en-US"/>
          </a:p>
        </p:txBody>
      </p:sp>
      <p:sp>
        <p:nvSpPr>
          <p:cNvPr id="49" name="对象"/>
          <p:cNvSpPr>
            <a:spLocks noGrp="1" noRot="1" noChangeAspect="1"/>
          </p:cNvSpPr>
          <p:nvPr>
            <p:ph type="sldImg" idx="2"/>
          </p:nvPr>
        </p:nvSpPr>
        <p:spPr>
          <a:xfrm>
            <a:off x="685800" y="1143000"/>
            <a:ext cx="5486400" cy="3086100"/>
          </a:xfrm>
          <a:custGeom>
            <a:avLst/>
            <a:gdLst>
              <a:gd name="T1" fmla="*/ 0 w 21600"/>
              <a:gd name="T2" fmla="*/ 0 h 21600"/>
              <a:gd name="T3" fmla="*/ 21600 w 21600"/>
              <a:gd name="T4" fmla="*/ 21600 h 21600"/>
            </a:gdLst>
            <a:ahLst/>
            <a:cxnLst/>
            <a:rect l="T1" t="T2" r="T3" b="T4"/>
            <a:pathLst>
              <a:path w="21600" h="21600">
                <a:moveTo>
                  <a:pt x="0" y="0"/>
                </a:moveTo>
                <a:lnTo>
                  <a:pt x="21600" y="0"/>
                </a:lnTo>
                <a:lnTo>
                  <a:pt x="21600" y="21600"/>
                </a:lnTo>
                <a:lnTo>
                  <a:pt x="0" y="21600"/>
                </a:lnTo>
                <a:close/>
              </a:path>
            </a:pathLst>
          </a:custGeom>
          <a:noFill/>
          <a:ln cap="flat" cmpd="sng">
            <a:noFill/>
            <a:prstDash val="solid"/>
            <a:miter/>
          </a:ln>
        </p:spPr>
      </p:sp>
    </p:spTree>
    <p:extLst>
      <p:ext uri="{BB962C8B-B14F-4D97-AF65-F5344CB8AC3E}">
        <p14:creationId xmlns:p14="http://schemas.microsoft.com/office/powerpoint/2010/main" val="17978390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6" name="文本框"/>
          <p:cNvSpPr>
            <a:spLocks noGrp="1"/>
          </p:cNvSpPr>
          <p:nvPr>
            <p:ph type="body" idx="1"/>
          </p:nvPr>
        </p:nvSpPr>
        <p:spPr>
          <a:xfrm>
            <a:off x="685800" y="4400550"/>
            <a:ext cx="5486400" cy="3600450"/>
          </a:xfrm>
          <a:prstGeom prst="rect">
            <a:avLst/>
          </a:prstGeom>
          <a:noFill/>
          <a:ln w="12700" cap="flat" cmpd="sng">
            <a:noFill/>
            <a:prstDash val="solid"/>
            <a:miter/>
          </a:ln>
        </p:spPr>
        <p:txBody>
          <a:bodyPr vert="horz" wrap="square" lIns="91425" tIns="45700" rIns="91425" bIns="45700" anchor="t" anchorCtr="0">
            <a:prstTxWarp prst="textNoShape">
              <a:avLst/>
            </a:prstTxWarp>
          </a:bodyPr>
          <a:lstStyle/>
          <a:p>
            <a:endParaRPr lang="zh-CN" altLang="en-US"/>
          </a:p>
        </p:txBody>
      </p:sp>
      <p:sp>
        <p:nvSpPr>
          <p:cNvPr id="57" name="对象"/>
          <p:cNvSpPr>
            <a:spLocks noGrp="1" noRot="1" noChangeAspect="1"/>
          </p:cNvSpPr>
          <p:nvPr>
            <p:ph type="sldImg" idx="2"/>
          </p:nvPr>
        </p:nvSpPr>
        <p:spPr>
          <a:xfrm>
            <a:off x="685800" y="1143000"/>
            <a:ext cx="5486400" cy="3086100"/>
          </a:xfrm>
          <a:custGeom>
            <a:avLst/>
            <a:gdLst>
              <a:gd name="T1" fmla="*/ 0 w 21600"/>
              <a:gd name="T2" fmla="*/ 0 h 21600"/>
              <a:gd name="T3" fmla="*/ 21600 w 21600"/>
              <a:gd name="T4" fmla="*/ 21600 h 21600"/>
            </a:gdLst>
            <a:ahLst/>
            <a:cxnLst/>
            <a:rect l="T1" t="T2" r="T3" b="T4"/>
            <a:pathLst>
              <a:path w="21600" h="21600">
                <a:moveTo>
                  <a:pt x="0" y="0"/>
                </a:moveTo>
                <a:lnTo>
                  <a:pt x="21600" y="0"/>
                </a:lnTo>
                <a:lnTo>
                  <a:pt x="21600" y="21600"/>
                </a:lnTo>
                <a:lnTo>
                  <a:pt x="0" y="21600"/>
                </a:lnTo>
                <a:close/>
              </a:path>
            </a:pathLst>
          </a:custGeom>
          <a:noFill/>
          <a:ln cap="flat" cmpd="sng">
            <a:noFill/>
            <a:prstDash val="solid"/>
            <a:miter/>
          </a:ln>
        </p:spPr>
      </p:sp>
    </p:spTree>
    <p:extLst>
      <p:ext uri="{BB962C8B-B14F-4D97-AF65-F5344CB8AC3E}">
        <p14:creationId xmlns:p14="http://schemas.microsoft.com/office/powerpoint/2010/main" val="136792001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1" name="文本框"/>
          <p:cNvSpPr>
            <a:spLocks noGrp="1"/>
          </p:cNvSpPr>
          <p:nvPr>
            <p:ph type="body" idx="1"/>
          </p:nvPr>
        </p:nvSpPr>
        <p:spPr>
          <a:xfrm>
            <a:off x="685800" y="4400550"/>
            <a:ext cx="5486400" cy="3600450"/>
          </a:xfrm>
          <a:prstGeom prst="rect">
            <a:avLst/>
          </a:prstGeom>
          <a:noFill/>
          <a:ln w="12700" cap="flat" cmpd="sng">
            <a:noFill/>
            <a:prstDash val="solid"/>
            <a:round/>
          </a:ln>
        </p:spPr>
        <p:txBody>
          <a:bodyPr vert="horz" wrap="square" lIns="91425" tIns="45700" rIns="91425" bIns="45700" anchor="t" anchorCtr="0">
            <a:prstTxWarp prst="textNoShape">
              <a:avLst/>
            </a:prstTxWarp>
          </a:bodyPr>
          <a:lstStyle/>
          <a:p>
            <a:endParaRPr lang="zh-CN" altLang="en-US"/>
          </a:p>
        </p:txBody>
      </p:sp>
      <p:sp>
        <p:nvSpPr>
          <p:cNvPr id="62" name="对象"/>
          <p:cNvSpPr>
            <a:spLocks noGrp="1" noRot="1" noChangeAspect="1"/>
          </p:cNvSpPr>
          <p:nvPr>
            <p:ph type="sldImg" idx="2"/>
          </p:nvPr>
        </p:nvSpPr>
        <p:spPr>
          <a:xfrm>
            <a:off x="685800" y="1143000"/>
            <a:ext cx="5486400" cy="3086100"/>
          </a:xfrm>
          <a:custGeom>
            <a:avLst/>
            <a:gdLst>
              <a:gd name="T1" fmla="*/ 0 w 21600"/>
              <a:gd name="T2" fmla="*/ 0 h 21600"/>
              <a:gd name="T3" fmla="*/ 21600 w 21600"/>
              <a:gd name="T4" fmla="*/ 21600 h 21600"/>
            </a:gdLst>
            <a:ahLst/>
            <a:cxnLst/>
            <a:rect l="T1" t="T2" r="T3" b="T4"/>
            <a:pathLst>
              <a:path w="21600" h="21600">
                <a:moveTo>
                  <a:pt x="0" y="0"/>
                </a:moveTo>
                <a:lnTo>
                  <a:pt x="21600" y="0"/>
                </a:lnTo>
                <a:lnTo>
                  <a:pt x="21600" y="21600"/>
                </a:lnTo>
                <a:lnTo>
                  <a:pt x="0" y="21600"/>
                </a:lnTo>
                <a:close/>
              </a:path>
            </a:pathLst>
          </a:custGeom>
          <a:noFill/>
          <a:ln w="12700" cap="flat" cmpd="sng">
            <a:solidFill>
              <a:srgbClr val="000000"/>
            </a:solidFill>
            <a:prstDash val="solid"/>
            <a:round/>
          </a:ln>
        </p:spPr>
      </p:sp>
    </p:spTree>
    <p:extLst>
      <p:ext uri="{BB962C8B-B14F-4D97-AF65-F5344CB8AC3E}">
        <p14:creationId xmlns:p14="http://schemas.microsoft.com/office/powerpoint/2010/main" val="194009316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1" name="对象"/>
          <p:cNvSpPr>
            <a:spLocks noGrp="1" noRot="1" noChangeAspect="1"/>
          </p:cNvSpPr>
          <p:nvPr>
            <p:ph type="sldImg" idx="2"/>
          </p:nvPr>
        </p:nvSpPr>
        <p:spPr>
          <a:xfrm>
            <a:off x="685800" y="1143000"/>
            <a:ext cx="5486400" cy="3086100"/>
          </a:xfrm>
          <a:custGeom>
            <a:avLst/>
            <a:gdLst>
              <a:gd name="T1" fmla="*/ 0 w 21600"/>
              <a:gd name="T2" fmla="*/ 0 h 21600"/>
              <a:gd name="T3" fmla="*/ 21600 w 21600"/>
              <a:gd name="T4" fmla="*/ 21600 h 21600"/>
            </a:gdLst>
            <a:ahLst/>
            <a:cxnLst/>
            <a:rect l="T1" t="T2" r="T3" b="T4"/>
            <a:pathLst>
              <a:path w="21600" h="21600">
                <a:moveTo>
                  <a:pt x="0" y="0"/>
                </a:moveTo>
                <a:lnTo>
                  <a:pt x="21600" y="0"/>
                </a:lnTo>
                <a:lnTo>
                  <a:pt x="21600" y="21600"/>
                </a:lnTo>
                <a:lnTo>
                  <a:pt x="0" y="21600"/>
                </a:lnTo>
                <a:close/>
              </a:path>
            </a:pathLst>
          </a:custGeom>
          <a:noFill/>
          <a:ln w="12700" cap="flat" cmpd="sng">
            <a:solidFill>
              <a:srgbClr val="000000"/>
            </a:solidFill>
            <a:prstDash val="solid"/>
            <a:round/>
          </a:ln>
        </p:spPr>
      </p:sp>
      <p:sp>
        <p:nvSpPr>
          <p:cNvPr id="72" name="文本框"/>
          <p:cNvSpPr>
            <a:spLocks noGrp="1"/>
          </p:cNvSpPr>
          <p:nvPr>
            <p:ph type="body" idx="1"/>
          </p:nvPr>
        </p:nvSpPr>
        <p:spPr>
          <a:xfrm>
            <a:off x="685800" y="4400550"/>
            <a:ext cx="5486400" cy="3600600"/>
          </a:xfrm>
          <a:prstGeom prst="rect">
            <a:avLst/>
          </a:prstGeom>
          <a:noFill/>
          <a:ln w="12700" cap="flat" cmpd="sng">
            <a:noFill/>
            <a:prstDash val="solid"/>
            <a:round/>
          </a:ln>
        </p:spPr>
        <p:txBody>
          <a:bodyPr vert="horz" wrap="square" lIns="91425" tIns="45700" rIns="91425" bIns="45700" anchor="t" anchorCtr="0">
            <a:prstTxWarp prst="textNoShape">
              <a:avLst/>
            </a:prstTxWarp>
          </a:bodyPr>
          <a:lstStyle/>
          <a:p>
            <a:endParaRPr lang="zh-CN" altLang="en-US"/>
          </a:p>
        </p:txBody>
      </p:sp>
    </p:spTree>
    <p:extLst>
      <p:ext uri="{BB962C8B-B14F-4D97-AF65-F5344CB8AC3E}">
        <p14:creationId xmlns:p14="http://schemas.microsoft.com/office/powerpoint/2010/main" val="135161928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9" name="对象"/>
          <p:cNvSpPr>
            <a:spLocks noGrp="1" noRot="1" noChangeAspect="1"/>
          </p:cNvSpPr>
          <p:nvPr>
            <p:ph type="sldImg" idx="2"/>
          </p:nvPr>
        </p:nvSpPr>
        <p:spPr>
          <a:xfrm>
            <a:off x="685800" y="1143000"/>
            <a:ext cx="5486400" cy="3086100"/>
          </a:xfrm>
          <a:custGeom>
            <a:avLst/>
            <a:gdLst>
              <a:gd name="T1" fmla="*/ 0 w 21600"/>
              <a:gd name="T2" fmla="*/ 0 h 21600"/>
              <a:gd name="T3" fmla="*/ 21600 w 21600"/>
              <a:gd name="T4" fmla="*/ 21600 h 21600"/>
            </a:gdLst>
            <a:ahLst/>
            <a:cxnLst/>
            <a:rect l="T1" t="T2" r="T3" b="T4"/>
            <a:pathLst>
              <a:path w="21600" h="21600">
                <a:moveTo>
                  <a:pt x="0" y="0"/>
                </a:moveTo>
                <a:lnTo>
                  <a:pt x="21600" y="0"/>
                </a:lnTo>
                <a:lnTo>
                  <a:pt x="21600" y="21600"/>
                </a:lnTo>
                <a:lnTo>
                  <a:pt x="0" y="21600"/>
                </a:lnTo>
                <a:close/>
              </a:path>
            </a:pathLst>
          </a:custGeom>
          <a:noFill/>
          <a:ln cap="flat" cmpd="sng">
            <a:noFill/>
            <a:prstDash val="solid"/>
            <a:miter/>
          </a:ln>
        </p:spPr>
      </p:sp>
      <p:sp>
        <p:nvSpPr>
          <p:cNvPr id="90" name="文本框"/>
          <p:cNvSpPr>
            <a:spLocks noGrp="1"/>
          </p:cNvSpPr>
          <p:nvPr>
            <p:ph type="body" idx="1"/>
          </p:nvPr>
        </p:nvSpPr>
        <p:spPr>
          <a:xfrm>
            <a:off x="685800" y="4400550"/>
            <a:ext cx="5486400" cy="3600600"/>
          </a:xfrm>
          <a:prstGeom prst="rect">
            <a:avLst/>
          </a:prstGeom>
          <a:noFill/>
          <a:ln w="12700" cap="flat" cmpd="sng">
            <a:noFill/>
            <a:prstDash val="solid"/>
            <a:miter/>
          </a:ln>
        </p:spPr>
        <p:txBody>
          <a:bodyPr vert="horz" wrap="square" lIns="91425" tIns="45700" rIns="91425" bIns="45700" anchor="t" anchorCtr="0">
            <a:prstTxWarp prst="textNoShape">
              <a:avLst/>
            </a:prstTxWarp>
          </a:bodyPr>
          <a:lstStyle/>
          <a:p>
            <a:endParaRPr lang="zh-CN" altLang="en-US"/>
          </a:p>
        </p:txBody>
      </p:sp>
    </p:spTree>
    <p:extLst>
      <p:ext uri="{BB962C8B-B14F-4D97-AF65-F5344CB8AC3E}">
        <p14:creationId xmlns:p14="http://schemas.microsoft.com/office/powerpoint/2010/main" val="49042424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3" name="对象"/>
          <p:cNvSpPr>
            <a:spLocks noGrp="1" noRot="1" noChangeAspect="1"/>
          </p:cNvSpPr>
          <p:nvPr>
            <p:ph type="sldImg" idx="2"/>
          </p:nvPr>
        </p:nvSpPr>
        <p:spPr>
          <a:xfrm>
            <a:off x="685800" y="1143000"/>
            <a:ext cx="5486400" cy="3086100"/>
          </a:xfrm>
          <a:custGeom>
            <a:avLst/>
            <a:gdLst>
              <a:gd name="T1" fmla="*/ 0 w 21600"/>
              <a:gd name="T2" fmla="*/ 0 h 21600"/>
              <a:gd name="T3" fmla="*/ 21600 w 21600"/>
              <a:gd name="T4" fmla="*/ 21600 h 21600"/>
            </a:gdLst>
            <a:ahLst/>
            <a:cxnLst/>
            <a:rect l="T1" t="T2" r="T3" b="T4"/>
            <a:pathLst>
              <a:path w="21600" h="21600">
                <a:moveTo>
                  <a:pt x="0" y="0"/>
                </a:moveTo>
                <a:lnTo>
                  <a:pt x="21600" y="0"/>
                </a:lnTo>
                <a:lnTo>
                  <a:pt x="21600" y="21600"/>
                </a:lnTo>
                <a:lnTo>
                  <a:pt x="0" y="21600"/>
                </a:lnTo>
                <a:close/>
              </a:path>
            </a:pathLst>
          </a:custGeom>
          <a:noFill/>
          <a:ln w="12700" cap="flat" cmpd="sng">
            <a:solidFill>
              <a:srgbClr val="000000"/>
            </a:solidFill>
            <a:prstDash val="solid"/>
            <a:round/>
          </a:ln>
        </p:spPr>
      </p:sp>
      <p:sp>
        <p:nvSpPr>
          <p:cNvPr id="94" name="文本框"/>
          <p:cNvSpPr>
            <a:spLocks noGrp="1"/>
          </p:cNvSpPr>
          <p:nvPr>
            <p:ph type="body" idx="1"/>
          </p:nvPr>
        </p:nvSpPr>
        <p:spPr>
          <a:xfrm>
            <a:off x="685800" y="4400550"/>
            <a:ext cx="5486400" cy="3600600"/>
          </a:xfrm>
          <a:prstGeom prst="rect">
            <a:avLst/>
          </a:prstGeom>
          <a:noFill/>
          <a:ln w="12700" cap="flat" cmpd="sng">
            <a:noFill/>
            <a:prstDash val="solid"/>
            <a:round/>
          </a:ln>
        </p:spPr>
        <p:txBody>
          <a:bodyPr vert="horz" wrap="square" lIns="91425" tIns="45700" rIns="91425" bIns="45700" anchor="t" anchorCtr="0">
            <a:prstTxWarp prst="textNoShape">
              <a:avLst/>
            </a:prstTxWarp>
          </a:bodyPr>
          <a:lstStyle/>
          <a:p>
            <a:endParaRPr lang="zh-CN" altLang="en-US"/>
          </a:p>
        </p:txBody>
      </p:sp>
    </p:spTree>
    <p:extLst>
      <p:ext uri="{BB962C8B-B14F-4D97-AF65-F5344CB8AC3E}">
        <p14:creationId xmlns:p14="http://schemas.microsoft.com/office/powerpoint/2010/main" val="29207642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8" name="文本框"/>
          <p:cNvSpPr>
            <a:spLocks noGrp="1"/>
          </p:cNvSpPr>
          <p:nvPr>
            <p:ph type="body" idx="1"/>
          </p:nvPr>
        </p:nvSpPr>
        <p:spPr>
          <a:xfrm>
            <a:off x="685800" y="4400550"/>
            <a:ext cx="5486400" cy="3600450"/>
          </a:xfrm>
          <a:prstGeom prst="rect">
            <a:avLst/>
          </a:prstGeom>
          <a:noFill/>
          <a:ln w="12700" cap="flat" cmpd="sng">
            <a:noFill/>
            <a:prstDash val="solid"/>
            <a:miter/>
          </a:ln>
        </p:spPr>
        <p:txBody>
          <a:bodyPr vert="horz" wrap="square" lIns="91425" tIns="45700" rIns="91425" bIns="45700" anchor="t" anchorCtr="0">
            <a:prstTxWarp prst="textNoShape">
              <a:avLst/>
            </a:prstTxWarp>
          </a:bodyPr>
          <a:lstStyle/>
          <a:p>
            <a:endParaRPr lang="zh-CN" altLang="en-US"/>
          </a:p>
        </p:txBody>
      </p:sp>
      <p:sp>
        <p:nvSpPr>
          <p:cNvPr id="99" name="对象"/>
          <p:cNvSpPr>
            <a:spLocks noGrp="1" noRot="1" noChangeAspect="1"/>
          </p:cNvSpPr>
          <p:nvPr>
            <p:ph type="sldImg" idx="2"/>
          </p:nvPr>
        </p:nvSpPr>
        <p:spPr>
          <a:xfrm>
            <a:off x="685800" y="1143000"/>
            <a:ext cx="5486400" cy="3086100"/>
          </a:xfrm>
          <a:custGeom>
            <a:avLst/>
            <a:gdLst>
              <a:gd name="T1" fmla="*/ 0 w 21600"/>
              <a:gd name="T2" fmla="*/ 0 h 21600"/>
              <a:gd name="T3" fmla="*/ 21600 w 21600"/>
              <a:gd name="T4" fmla="*/ 21600 h 21600"/>
            </a:gdLst>
            <a:ahLst/>
            <a:cxnLst/>
            <a:rect l="T1" t="T2" r="T3" b="T4"/>
            <a:pathLst>
              <a:path w="21600" h="21600">
                <a:moveTo>
                  <a:pt x="0" y="0"/>
                </a:moveTo>
                <a:lnTo>
                  <a:pt x="21600" y="0"/>
                </a:lnTo>
                <a:lnTo>
                  <a:pt x="21600" y="21600"/>
                </a:lnTo>
                <a:lnTo>
                  <a:pt x="0" y="21600"/>
                </a:lnTo>
                <a:close/>
              </a:path>
            </a:pathLst>
          </a:custGeom>
          <a:noFill/>
          <a:ln cap="flat" cmpd="sng">
            <a:noFill/>
            <a:prstDash val="solid"/>
            <a:miter/>
          </a:ln>
        </p:spPr>
      </p:sp>
    </p:spTree>
    <p:extLst>
      <p:ext uri="{BB962C8B-B14F-4D97-AF65-F5344CB8AC3E}">
        <p14:creationId xmlns:p14="http://schemas.microsoft.com/office/powerpoint/2010/main" val="119245954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2" name="文本框"/>
          <p:cNvSpPr>
            <a:spLocks noGrp="1"/>
          </p:cNvSpPr>
          <p:nvPr>
            <p:ph type="body" idx="1"/>
          </p:nvPr>
        </p:nvSpPr>
        <p:spPr>
          <a:xfrm>
            <a:off x="685800" y="4400550"/>
            <a:ext cx="5486400" cy="3600450"/>
          </a:xfrm>
          <a:prstGeom prst="rect">
            <a:avLst/>
          </a:prstGeom>
          <a:noFill/>
          <a:ln w="12700" cap="flat" cmpd="sng">
            <a:noFill/>
            <a:prstDash val="solid"/>
            <a:miter/>
          </a:ln>
        </p:spPr>
        <p:txBody>
          <a:bodyPr vert="horz" wrap="square" lIns="91425" tIns="45700" rIns="91425" bIns="45700" anchor="t" anchorCtr="0">
            <a:prstTxWarp prst="textNoShape">
              <a:avLst/>
            </a:prstTxWarp>
          </a:bodyPr>
          <a:lstStyle/>
          <a:p>
            <a:endParaRPr lang="zh-CN" altLang="en-US"/>
          </a:p>
        </p:txBody>
      </p:sp>
      <p:sp>
        <p:nvSpPr>
          <p:cNvPr id="103" name="对象"/>
          <p:cNvSpPr>
            <a:spLocks noGrp="1" noRot="1" noChangeAspect="1"/>
          </p:cNvSpPr>
          <p:nvPr>
            <p:ph type="sldImg" idx="2"/>
          </p:nvPr>
        </p:nvSpPr>
        <p:spPr>
          <a:xfrm>
            <a:off x="685800" y="1143000"/>
            <a:ext cx="5486400" cy="3086100"/>
          </a:xfrm>
          <a:custGeom>
            <a:avLst/>
            <a:gdLst>
              <a:gd name="T1" fmla="*/ 0 w 21600"/>
              <a:gd name="T2" fmla="*/ 0 h 21600"/>
              <a:gd name="T3" fmla="*/ 21600 w 21600"/>
              <a:gd name="T4" fmla="*/ 21600 h 21600"/>
            </a:gdLst>
            <a:ahLst/>
            <a:cxnLst/>
            <a:rect l="T1" t="T2" r="T3" b="T4"/>
            <a:pathLst>
              <a:path w="21600" h="21600">
                <a:moveTo>
                  <a:pt x="0" y="0"/>
                </a:moveTo>
                <a:lnTo>
                  <a:pt x="21600" y="0"/>
                </a:lnTo>
                <a:lnTo>
                  <a:pt x="21600" y="21600"/>
                </a:lnTo>
                <a:lnTo>
                  <a:pt x="0" y="21600"/>
                </a:lnTo>
                <a:close/>
              </a:path>
            </a:pathLst>
          </a:custGeom>
          <a:noFill/>
          <a:ln cap="flat" cmpd="sng">
            <a:noFill/>
            <a:prstDash val="solid"/>
            <a:miter/>
          </a:ln>
        </p:spPr>
      </p:sp>
    </p:spTree>
    <p:extLst>
      <p:ext uri="{BB962C8B-B14F-4D97-AF65-F5344CB8AC3E}">
        <p14:creationId xmlns:p14="http://schemas.microsoft.com/office/powerpoint/2010/main" val="209578695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6" name="文本框"/>
          <p:cNvSpPr>
            <a:spLocks noGrp="1"/>
          </p:cNvSpPr>
          <p:nvPr>
            <p:ph type="body" idx="1"/>
          </p:nvPr>
        </p:nvSpPr>
        <p:spPr>
          <a:xfrm>
            <a:off x="685800" y="4400550"/>
            <a:ext cx="5486400" cy="3600450"/>
          </a:xfrm>
          <a:prstGeom prst="rect">
            <a:avLst/>
          </a:prstGeom>
          <a:noFill/>
          <a:ln w="12700" cap="flat" cmpd="sng">
            <a:noFill/>
            <a:prstDash val="solid"/>
            <a:miter/>
          </a:ln>
        </p:spPr>
        <p:txBody>
          <a:bodyPr vert="horz" wrap="square" lIns="91425" tIns="45700" rIns="91425" bIns="45700" anchor="t" anchorCtr="0">
            <a:prstTxWarp prst="textNoShape">
              <a:avLst/>
            </a:prstTxWarp>
          </a:bodyPr>
          <a:lstStyle/>
          <a:p>
            <a:endParaRPr lang="zh-CN" altLang="en-US"/>
          </a:p>
        </p:txBody>
      </p:sp>
      <p:sp>
        <p:nvSpPr>
          <p:cNvPr id="107" name="对象"/>
          <p:cNvSpPr>
            <a:spLocks noGrp="1" noRot="1" noChangeAspect="1"/>
          </p:cNvSpPr>
          <p:nvPr>
            <p:ph type="sldImg" idx="2"/>
          </p:nvPr>
        </p:nvSpPr>
        <p:spPr>
          <a:xfrm>
            <a:off x="685800" y="1143000"/>
            <a:ext cx="5486400" cy="3086100"/>
          </a:xfrm>
          <a:custGeom>
            <a:avLst/>
            <a:gdLst>
              <a:gd name="T1" fmla="*/ 0 w 21600"/>
              <a:gd name="T2" fmla="*/ 0 h 21600"/>
              <a:gd name="T3" fmla="*/ 21600 w 21600"/>
              <a:gd name="T4" fmla="*/ 21600 h 21600"/>
            </a:gdLst>
            <a:ahLst/>
            <a:cxnLst/>
            <a:rect l="T1" t="T2" r="T3" b="T4"/>
            <a:pathLst>
              <a:path w="21600" h="21600">
                <a:moveTo>
                  <a:pt x="0" y="0"/>
                </a:moveTo>
                <a:lnTo>
                  <a:pt x="21600" y="0"/>
                </a:lnTo>
                <a:lnTo>
                  <a:pt x="21600" y="21600"/>
                </a:lnTo>
                <a:lnTo>
                  <a:pt x="0" y="21600"/>
                </a:lnTo>
                <a:close/>
              </a:path>
            </a:pathLst>
          </a:custGeom>
          <a:noFill/>
          <a:ln cap="flat" cmpd="sng">
            <a:noFill/>
            <a:prstDash val="solid"/>
            <a:miter/>
          </a:ln>
        </p:spPr>
      </p:sp>
    </p:spTree>
    <p:extLst>
      <p:ext uri="{BB962C8B-B14F-4D97-AF65-F5344CB8AC3E}">
        <p14:creationId xmlns:p14="http://schemas.microsoft.com/office/powerpoint/2010/main" val="27521868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8" name="对象"/>
          <p:cNvSpPr>
            <a:spLocks noGrp="1" noRot="1" noChangeAspect="1"/>
          </p:cNvSpPr>
          <p:nvPr>
            <p:ph type="sldImg" idx="2"/>
          </p:nvPr>
        </p:nvSpPr>
        <p:spPr>
          <a:xfrm>
            <a:off x="685800" y="1143000"/>
            <a:ext cx="5486400" cy="3086100"/>
          </a:xfrm>
          <a:custGeom>
            <a:avLst/>
            <a:gdLst>
              <a:gd name="T1" fmla="*/ 0 w 21600"/>
              <a:gd name="T2" fmla="*/ 0 h 21600"/>
              <a:gd name="T3" fmla="*/ 21600 w 21600"/>
              <a:gd name="T4" fmla="*/ 21600 h 21600"/>
            </a:gdLst>
            <a:ahLst/>
            <a:cxnLst/>
            <a:rect l="T1" t="T2" r="T3" b="T4"/>
            <a:pathLst>
              <a:path w="21600" h="21600">
                <a:moveTo>
                  <a:pt x="0" y="0"/>
                </a:moveTo>
                <a:lnTo>
                  <a:pt x="21600" y="0"/>
                </a:lnTo>
                <a:lnTo>
                  <a:pt x="21600" y="21600"/>
                </a:lnTo>
                <a:lnTo>
                  <a:pt x="0" y="21600"/>
                </a:lnTo>
                <a:close/>
              </a:path>
            </a:pathLst>
          </a:custGeom>
          <a:noFill/>
          <a:ln cap="flat" cmpd="sng">
            <a:noFill/>
            <a:prstDash val="solid"/>
            <a:miter/>
          </a:ln>
        </p:spPr>
      </p:sp>
      <p:sp>
        <p:nvSpPr>
          <p:cNvPr id="129" name="文本框"/>
          <p:cNvSpPr>
            <a:spLocks noGrp="1"/>
          </p:cNvSpPr>
          <p:nvPr>
            <p:ph type="body" idx="1"/>
          </p:nvPr>
        </p:nvSpPr>
        <p:spPr>
          <a:xfrm>
            <a:off x="685800" y="4400550"/>
            <a:ext cx="5486400" cy="3600600"/>
          </a:xfrm>
          <a:prstGeom prst="rect">
            <a:avLst/>
          </a:prstGeom>
          <a:noFill/>
          <a:ln w="12700" cap="flat" cmpd="sng">
            <a:noFill/>
            <a:prstDash val="solid"/>
            <a:miter/>
          </a:ln>
        </p:spPr>
        <p:txBody>
          <a:bodyPr vert="horz" wrap="square" lIns="91425" tIns="45700" rIns="91425" bIns="45700" anchor="t" anchorCtr="0">
            <a:prstTxWarp prst="textNoShape">
              <a:avLst/>
            </a:prstTxWarp>
          </a:bodyPr>
          <a:lstStyle/>
          <a:p>
            <a:endParaRPr lang="zh-CN" altLang="en-US"/>
          </a:p>
        </p:txBody>
      </p:sp>
    </p:spTree>
    <p:extLst>
      <p:ext uri="{BB962C8B-B14F-4D97-AF65-F5344CB8AC3E}">
        <p14:creationId xmlns:p14="http://schemas.microsoft.com/office/powerpoint/2010/main" val="166160330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6" name="文本框"/>
          <p:cNvSpPr>
            <a:spLocks noGrp="1"/>
          </p:cNvSpPr>
          <p:nvPr>
            <p:ph type="body" idx="1"/>
          </p:nvPr>
        </p:nvSpPr>
        <p:spPr>
          <a:xfrm>
            <a:off x="685800" y="4400550"/>
            <a:ext cx="5486400" cy="3600450"/>
          </a:xfrm>
          <a:prstGeom prst="rect">
            <a:avLst/>
          </a:prstGeom>
          <a:noFill/>
          <a:ln w="12700" cap="flat" cmpd="sng">
            <a:noFill/>
            <a:prstDash val="solid"/>
            <a:miter/>
          </a:ln>
        </p:spPr>
        <p:txBody>
          <a:bodyPr vert="horz" wrap="square" lIns="91425" tIns="45700" rIns="91425" bIns="45700" anchor="t" anchorCtr="0">
            <a:prstTxWarp prst="textNoShape">
              <a:avLst/>
            </a:prstTxWarp>
          </a:bodyPr>
          <a:lstStyle/>
          <a:p>
            <a:endParaRPr lang="zh-CN" altLang="en-US"/>
          </a:p>
        </p:txBody>
      </p:sp>
      <p:sp>
        <p:nvSpPr>
          <p:cNvPr id="137" name="对象"/>
          <p:cNvSpPr>
            <a:spLocks noGrp="1" noRot="1" noChangeAspect="1"/>
          </p:cNvSpPr>
          <p:nvPr>
            <p:ph type="sldImg" idx="2"/>
          </p:nvPr>
        </p:nvSpPr>
        <p:spPr>
          <a:xfrm>
            <a:off x="685800" y="1143000"/>
            <a:ext cx="5486400" cy="3086100"/>
          </a:xfrm>
          <a:custGeom>
            <a:avLst/>
            <a:gdLst>
              <a:gd name="T1" fmla="*/ 0 w 21600"/>
              <a:gd name="T2" fmla="*/ 0 h 21600"/>
              <a:gd name="T3" fmla="*/ 21600 w 21600"/>
              <a:gd name="T4" fmla="*/ 21600 h 21600"/>
            </a:gdLst>
            <a:ahLst/>
            <a:cxnLst/>
            <a:rect l="T1" t="T2" r="T3" b="T4"/>
            <a:pathLst>
              <a:path w="21600" h="21600">
                <a:moveTo>
                  <a:pt x="0" y="0"/>
                </a:moveTo>
                <a:lnTo>
                  <a:pt x="21600" y="0"/>
                </a:lnTo>
                <a:lnTo>
                  <a:pt x="21600" y="21600"/>
                </a:lnTo>
                <a:lnTo>
                  <a:pt x="0" y="21600"/>
                </a:lnTo>
                <a:close/>
              </a:path>
            </a:pathLst>
          </a:custGeom>
          <a:noFill/>
          <a:ln cap="flat" cmpd="sng">
            <a:noFill/>
            <a:prstDash val="solid"/>
            <a:miter/>
          </a:ln>
        </p:spPr>
      </p:sp>
    </p:spTree>
    <p:extLst>
      <p:ext uri="{BB962C8B-B14F-4D97-AF65-F5344CB8AC3E}">
        <p14:creationId xmlns:p14="http://schemas.microsoft.com/office/powerpoint/2010/main" val="135626741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0" name="对象"/>
          <p:cNvSpPr>
            <a:spLocks noGrp="1" noRot="1" noChangeAspect="1"/>
          </p:cNvSpPr>
          <p:nvPr>
            <p:ph type="sldImg" idx="2"/>
          </p:nvPr>
        </p:nvSpPr>
        <p:spPr>
          <a:xfrm>
            <a:off x="685800" y="1143000"/>
            <a:ext cx="5486400" cy="3086100"/>
          </a:xfrm>
          <a:custGeom>
            <a:avLst/>
            <a:gdLst>
              <a:gd name="T1" fmla="*/ 0 w 21600"/>
              <a:gd name="T2" fmla="*/ 0 h 21600"/>
              <a:gd name="T3" fmla="*/ 21600 w 21600"/>
              <a:gd name="T4" fmla="*/ 21600 h 21600"/>
            </a:gdLst>
            <a:ahLst/>
            <a:cxnLst/>
            <a:rect l="T1" t="T2" r="T3" b="T4"/>
            <a:pathLst>
              <a:path w="21600" h="21600">
                <a:moveTo>
                  <a:pt x="0" y="0"/>
                </a:moveTo>
                <a:lnTo>
                  <a:pt x="21600" y="0"/>
                </a:lnTo>
                <a:lnTo>
                  <a:pt x="21600" y="21600"/>
                </a:lnTo>
                <a:lnTo>
                  <a:pt x="0" y="21600"/>
                </a:lnTo>
                <a:close/>
              </a:path>
            </a:pathLst>
          </a:custGeom>
          <a:noFill/>
          <a:ln cap="flat" cmpd="sng">
            <a:noFill/>
            <a:prstDash val="solid"/>
            <a:miter/>
          </a:ln>
        </p:spPr>
      </p:sp>
      <p:sp>
        <p:nvSpPr>
          <p:cNvPr id="141" name="文本框"/>
          <p:cNvSpPr>
            <a:spLocks noGrp="1"/>
          </p:cNvSpPr>
          <p:nvPr>
            <p:ph type="body" idx="1"/>
          </p:nvPr>
        </p:nvSpPr>
        <p:spPr>
          <a:xfrm>
            <a:off x="685800" y="4400550"/>
            <a:ext cx="5486400" cy="3600600"/>
          </a:xfrm>
          <a:prstGeom prst="rect">
            <a:avLst/>
          </a:prstGeom>
          <a:noFill/>
          <a:ln w="12700" cap="flat" cmpd="sng">
            <a:noFill/>
            <a:prstDash val="solid"/>
            <a:miter/>
          </a:ln>
        </p:spPr>
        <p:txBody>
          <a:bodyPr vert="horz" wrap="square" lIns="91425" tIns="45700" rIns="91425" bIns="45700" anchor="t" anchorCtr="0">
            <a:prstTxWarp prst="textNoShape">
              <a:avLst/>
            </a:prstTxWarp>
          </a:bodyPr>
          <a:lstStyle/>
          <a:p>
            <a:endParaRPr lang="zh-CN" altLang="en-US"/>
          </a:p>
        </p:txBody>
      </p:sp>
    </p:spTree>
    <p:extLst>
      <p:ext uri="{BB962C8B-B14F-4D97-AF65-F5344CB8AC3E}">
        <p14:creationId xmlns:p14="http://schemas.microsoft.com/office/powerpoint/2010/main" val="127631972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4" name="文本框"/>
          <p:cNvSpPr>
            <a:spLocks noGrp="1"/>
          </p:cNvSpPr>
          <p:nvPr>
            <p:ph type="body" idx="1"/>
          </p:nvPr>
        </p:nvSpPr>
        <p:spPr>
          <a:xfrm>
            <a:off x="685800" y="4400550"/>
            <a:ext cx="5486400" cy="3600450"/>
          </a:xfrm>
          <a:prstGeom prst="rect">
            <a:avLst/>
          </a:prstGeom>
          <a:noFill/>
          <a:ln w="12700" cap="flat" cmpd="sng">
            <a:noFill/>
            <a:prstDash val="solid"/>
            <a:round/>
          </a:ln>
        </p:spPr>
        <p:txBody>
          <a:bodyPr vert="horz" wrap="square" lIns="91425" tIns="45700" rIns="91425" bIns="45700" anchor="t" anchorCtr="0">
            <a:prstTxWarp prst="textNoShape">
              <a:avLst/>
            </a:prstTxWarp>
          </a:bodyPr>
          <a:lstStyle/>
          <a:p>
            <a:endParaRPr lang="zh-CN" altLang="en-US"/>
          </a:p>
        </p:txBody>
      </p:sp>
      <p:sp>
        <p:nvSpPr>
          <p:cNvPr id="145" name="对象"/>
          <p:cNvSpPr>
            <a:spLocks noGrp="1" noRot="1" noChangeAspect="1"/>
          </p:cNvSpPr>
          <p:nvPr>
            <p:ph type="sldImg" idx="2"/>
          </p:nvPr>
        </p:nvSpPr>
        <p:spPr>
          <a:xfrm>
            <a:off x="685800" y="1143000"/>
            <a:ext cx="5486400" cy="3086100"/>
          </a:xfrm>
          <a:custGeom>
            <a:avLst/>
            <a:gdLst>
              <a:gd name="T1" fmla="*/ 0 w 21600"/>
              <a:gd name="T2" fmla="*/ 0 h 21600"/>
              <a:gd name="T3" fmla="*/ 21600 w 21600"/>
              <a:gd name="T4" fmla="*/ 21600 h 21600"/>
            </a:gdLst>
            <a:ahLst/>
            <a:cxnLst/>
            <a:rect l="T1" t="T2" r="T3" b="T4"/>
            <a:pathLst>
              <a:path w="21600" h="21600">
                <a:moveTo>
                  <a:pt x="0" y="0"/>
                </a:moveTo>
                <a:lnTo>
                  <a:pt x="21600" y="0"/>
                </a:lnTo>
                <a:lnTo>
                  <a:pt x="21600" y="21600"/>
                </a:lnTo>
                <a:lnTo>
                  <a:pt x="0" y="21600"/>
                </a:lnTo>
                <a:close/>
              </a:path>
            </a:pathLst>
          </a:custGeom>
          <a:noFill/>
          <a:ln w="12700" cap="flat" cmpd="sng">
            <a:solidFill>
              <a:srgbClr val="000000"/>
            </a:solidFill>
            <a:prstDash val="solid"/>
            <a:round/>
          </a:ln>
        </p:spPr>
      </p:sp>
    </p:spTree>
    <p:extLst>
      <p:ext uri="{BB962C8B-B14F-4D97-AF65-F5344CB8AC3E}">
        <p14:creationId xmlns:p14="http://schemas.microsoft.com/office/powerpoint/2010/main" val="6005676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文本框"/>
          <p:cNvSpPr>
            <a:spLocks noGrp="1"/>
          </p:cNvSpPr>
          <p:nvPr>
            <p:ph type="ctrTitle"/>
          </p:nvPr>
        </p:nvSpPr>
        <p:spPr>
          <a:xfrm>
            <a:off x="914400" y="2130425"/>
            <a:ext cx="10363200" cy="1470025"/>
          </a:xfrm>
        </p:spPr>
        <p:txBody>
          <a:bodyPr/>
          <a:lstStyle/>
          <a:p>
            <a:r>
              <a:rPr lang="zh-CN" altLang="en-US" smtClean="0"/>
              <a:t>单击此处编辑母版标题样式</a:t>
            </a:r>
            <a:endParaRPr lang="zh-CN" altLang="en-US"/>
          </a:p>
        </p:txBody>
      </p:sp>
      <p:sp>
        <p:nvSpPr>
          <p:cNvPr id="3" name="文本框"/>
          <p:cNvSpPr>
            <a:spLocks noGrp="1"/>
          </p:cNvSpPr>
          <p:nvPr>
            <p:ph type="subTitle" idx="1"/>
          </p:nvPr>
        </p:nvSpPr>
        <p:spPr>
          <a:xfrm>
            <a:off x="1828800" y="3886199"/>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smtClean="0"/>
              <a:t>单击此处编辑母版副标题样式</a:t>
            </a:r>
            <a:endParaRPr lang="zh-CN" altLang="en-US"/>
          </a:p>
        </p:txBody>
      </p:sp>
      <p:sp>
        <p:nvSpPr>
          <p:cNvPr id="4" name="文本框"/>
          <p:cNvSpPr>
            <a:spLocks noGrp="1"/>
          </p:cNvSpPr>
          <p:nvPr>
            <p:ph type="dt" sz="half" idx="10"/>
          </p:nvPr>
        </p:nvSpPr>
        <p:spPr/>
        <p:txBody>
          <a:bodyPr/>
          <a:lstStyle/>
          <a:p>
            <a:fld id="{72514870-5082-4025-BC8A-5E070B8EB77D}" type="datetimeFigureOut">
              <a:rPr lang="zh-CN" altLang="en-US" smtClean="0"/>
              <a:t>2026/10/4</a:t>
            </a:fld>
            <a:endParaRPr lang="zh-CN" altLang="en-US"/>
          </a:p>
        </p:txBody>
      </p:sp>
      <p:sp>
        <p:nvSpPr>
          <p:cNvPr id="5" name="文本框"/>
          <p:cNvSpPr>
            <a:spLocks noGrp="1"/>
          </p:cNvSpPr>
          <p:nvPr>
            <p:ph type="ftr" sz="quarter" idx="11"/>
          </p:nvPr>
        </p:nvSpPr>
        <p:spPr/>
        <p:txBody>
          <a:bodyPr/>
          <a:lstStyle/>
          <a:p>
            <a:endParaRPr lang="zh-CN" altLang="en-US"/>
          </a:p>
        </p:txBody>
      </p:sp>
      <p:sp>
        <p:nvSpPr>
          <p:cNvPr id="6" name="文本框"/>
          <p:cNvSpPr>
            <a:spLocks noGrp="1"/>
          </p:cNvSpPr>
          <p:nvPr>
            <p:ph type="sldNum" sz="quarter" idx="12"/>
          </p:nvPr>
        </p:nvSpPr>
        <p:spPr/>
        <p:txBody>
          <a:bodyPr/>
          <a:lstStyle/>
          <a:p>
            <a:fld id="{3E00D155-3BB6-43CF-9AC4-BC63A66E74A9}" type="slidenum">
              <a:rPr lang="zh-CN" altLang="en-US" smtClean="0"/>
              <a:t>‹#›</a:t>
            </a:fld>
            <a:endParaRPr lang="zh-CN" altLang="en-US"/>
          </a:p>
        </p:txBody>
      </p:sp>
    </p:spTree>
    <p:extLst>
      <p:ext uri="{BB962C8B-B14F-4D97-AF65-F5344CB8AC3E}">
        <p14:creationId xmlns:p14="http://schemas.microsoft.com/office/powerpoint/2010/main" val="14151809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文本框"/>
          <p:cNvSpPr>
            <a:spLocks noGrp="1"/>
          </p:cNvSpPr>
          <p:nvPr>
            <p:ph type="title"/>
          </p:nvPr>
        </p:nvSpPr>
        <p:spPr/>
        <p:txBody>
          <a:bodyPr/>
          <a:lstStyle/>
          <a:p>
            <a:r>
              <a:rPr lang="zh-CN" altLang="en-US" smtClean="0"/>
              <a:t>单击此处编辑母版标题样式</a:t>
            </a:r>
            <a:endParaRPr lang="zh-CN" altLang="en-US"/>
          </a:p>
        </p:txBody>
      </p:sp>
      <p:sp>
        <p:nvSpPr>
          <p:cNvPr id="3" name="文本框"/>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框"/>
          <p:cNvSpPr>
            <a:spLocks noGrp="1"/>
          </p:cNvSpPr>
          <p:nvPr>
            <p:ph type="dt" sz="half" idx="10"/>
          </p:nvPr>
        </p:nvSpPr>
        <p:spPr/>
        <p:txBody>
          <a:bodyPr/>
          <a:lstStyle/>
          <a:p>
            <a:fld id="{72514870-5082-4025-BC8A-5E070B8EB77D}" type="datetimeFigureOut">
              <a:rPr lang="zh-CN" altLang="en-US" smtClean="0"/>
              <a:t>2026/10/4</a:t>
            </a:fld>
            <a:endParaRPr lang="zh-CN" altLang="en-US"/>
          </a:p>
        </p:txBody>
      </p:sp>
      <p:sp>
        <p:nvSpPr>
          <p:cNvPr id="5" name="文本框"/>
          <p:cNvSpPr>
            <a:spLocks noGrp="1"/>
          </p:cNvSpPr>
          <p:nvPr>
            <p:ph type="ftr" sz="quarter" idx="11"/>
          </p:nvPr>
        </p:nvSpPr>
        <p:spPr/>
        <p:txBody>
          <a:bodyPr/>
          <a:lstStyle/>
          <a:p>
            <a:endParaRPr lang="zh-CN" altLang="en-US"/>
          </a:p>
        </p:txBody>
      </p:sp>
      <p:sp>
        <p:nvSpPr>
          <p:cNvPr id="6" name="文本框"/>
          <p:cNvSpPr>
            <a:spLocks noGrp="1"/>
          </p:cNvSpPr>
          <p:nvPr>
            <p:ph type="sldNum" sz="quarter" idx="12"/>
          </p:nvPr>
        </p:nvSpPr>
        <p:spPr/>
        <p:txBody>
          <a:bodyPr/>
          <a:lstStyle/>
          <a:p>
            <a:fld id="{3E00D155-3BB6-43CF-9AC4-BC63A66E74A9}" type="slidenum">
              <a:rPr lang="zh-CN" altLang="en-US" smtClean="0"/>
              <a:t>‹#›</a:t>
            </a:fld>
            <a:endParaRPr lang="zh-CN" altLang="en-US"/>
          </a:p>
        </p:txBody>
      </p:sp>
    </p:spTree>
    <p:extLst>
      <p:ext uri="{BB962C8B-B14F-4D97-AF65-F5344CB8AC3E}">
        <p14:creationId xmlns:p14="http://schemas.microsoft.com/office/powerpoint/2010/main" val="13555004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文本框"/>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框"/>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p>
        </p:txBody>
      </p:sp>
      <p:sp>
        <p:nvSpPr>
          <p:cNvPr id="4" name="文本框"/>
          <p:cNvSpPr>
            <a:spLocks noGrp="1"/>
          </p:cNvSpPr>
          <p:nvPr>
            <p:ph type="dt" sz="half" idx="10"/>
          </p:nvPr>
        </p:nvSpPr>
        <p:spPr/>
        <p:txBody>
          <a:bodyPr/>
          <a:lstStyle/>
          <a:p>
            <a:fld id="{72514870-5082-4025-BC8A-5E070B8EB77D}" type="datetimeFigureOut">
              <a:rPr lang="zh-CN" altLang="en-US" smtClean="0"/>
              <a:t>2026/10/4</a:t>
            </a:fld>
            <a:endParaRPr lang="zh-CN" altLang="en-US"/>
          </a:p>
        </p:txBody>
      </p:sp>
      <p:sp>
        <p:nvSpPr>
          <p:cNvPr id="5" name="文本框"/>
          <p:cNvSpPr>
            <a:spLocks noGrp="1"/>
          </p:cNvSpPr>
          <p:nvPr>
            <p:ph type="ftr" sz="quarter" idx="11"/>
          </p:nvPr>
        </p:nvSpPr>
        <p:spPr/>
        <p:txBody>
          <a:bodyPr/>
          <a:lstStyle/>
          <a:p>
            <a:endParaRPr lang="zh-CN" altLang="en-US"/>
          </a:p>
        </p:txBody>
      </p:sp>
      <p:sp>
        <p:nvSpPr>
          <p:cNvPr id="6" name="文本框"/>
          <p:cNvSpPr>
            <a:spLocks noGrp="1"/>
          </p:cNvSpPr>
          <p:nvPr>
            <p:ph type="sldNum" sz="quarter" idx="12"/>
          </p:nvPr>
        </p:nvSpPr>
        <p:spPr/>
        <p:txBody>
          <a:bodyPr/>
          <a:lstStyle/>
          <a:p>
            <a:fld id="{3E00D155-3BB6-43CF-9AC4-BC63A66E74A9}" type="slidenum">
              <a:rPr lang="zh-CN" altLang="en-US" smtClean="0"/>
              <a:t>‹#›</a:t>
            </a:fld>
            <a:endParaRPr lang="zh-CN" altLang="en-US"/>
          </a:p>
        </p:txBody>
      </p:sp>
    </p:spTree>
    <p:extLst>
      <p:ext uri="{BB962C8B-B14F-4D97-AF65-F5344CB8AC3E}">
        <p14:creationId xmlns:p14="http://schemas.microsoft.com/office/powerpoint/2010/main" val="3662990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文本框"/>
          <p:cNvSpPr>
            <a:spLocks noGrp="1"/>
          </p:cNvSpPr>
          <p:nvPr>
            <p:ph type="title"/>
          </p:nvPr>
        </p:nvSpPr>
        <p:spPr/>
        <p:txBody>
          <a:bodyPr/>
          <a:lstStyle/>
          <a:p>
            <a:r>
              <a:rPr lang="zh-CN" altLang="en-US" smtClean="0"/>
              <a:t>单击此处编辑母版标题样式</a:t>
            </a:r>
            <a:endParaRPr lang="zh-CN" altLang="en-US"/>
          </a:p>
        </p:txBody>
      </p:sp>
      <p:sp>
        <p:nvSpPr>
          <p:cNvPr id="3" name="文本框"/>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框"/>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框"/>
          <p:cNvSpPr>
            <a:spLocks noGrp="1"/>
          </p:cNvSpPr>
          <p:nvPr>
            <p:ph type="dt" sz="half" idx="10"/>
          </p:nvPr>
        </p:nvSpPr>
        <p:spPr/>
        <p:txBody>
          <a:bodyPr/>
          <a:lstStyle/>
          <a:p>
            <a:fld id="{72514870-5082-4025-BC8A-5E070B8EB77D}" type="datetimeFigureOut">
              <a:rPr lang="zh-CN" altLang="en-US" smtClean="0"/>
              <a:t>2026/10/4</a:t>
            </a:fld>
            <a:endParaRPr lang="zh-CN" altLang="en-US"/>
          </a:p>
        </p:txBody>
      </p:sp>
      <p:sp>
        <p:nvSpPr>
          <p:cNvPr id="6" name="文本框"/>
          <p:cNvSpPr>
            <a:spLocks noGrp="1"/>
          </p:cNvSpPr>
          <p:nvPr>
            <p:ph type="ftr" sz="quarter" idx="11"/>
          </p:nvPr>
        </p:nvSpPr>
        <p:spPr/>
        <p:txBody>
          <a:bodyPr/>
          <a:lstStyle/>
          <a:p>
            <a:endParaRPr lang="zh-CN" altLang="en-US"/>
          </a:p>
        </p:txBody>
      </p:sp>
      <p:sp>
        <p:nvSpPr>
          <p:cNvPr id="7" name="文本框"/>
          <p:cNvSpPr>
            <a:spLocks noGrp="1"/>
          </p:cNvSpPr>
          <p:nvPr>
            <p:ph type="sldNum" sz="quarter" idx="12"/>
          </p:nvPr>
        </p:nvSpPr>
        <p:spPr/>
        <p:txBody>
          <a:bodyPr/>
          <a:lstStyle/>
          <a:p>
            <a:fld id="{3E00D155-3BB6-43CF-9AC4-BC63A66E74A9}" type="slidenum">
              <a:rPr lang="zh-CN" altLang="en-US" smtClean="0"/>
              <a:t>‹#›</a:t>
            </a:fld>
            <a:endParaRPr lang="zh-CN" altLang="en-US"/>
          </a:p>
        </p:txBody>
      </p:sp>
    </p:spTree>
    <p:extLst>
      <p:ext uri="{BB962C8B-B14F-4D97-AF65-F5344CB8AC3E}">
        <p14:creationId xmlns:p14="http://schemas.microsoft.com/office/powerpoint/2010/main" val="17650652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文本框"/>
          <p:cNvSpPr>
            <a:spLocks noGrp="1"/>
          </p:cNvSpPr>
          <p:nvPr>
            <p:ph type="title"/>
          </p:nvPr>
        </p:nvSpPr>
        <p:spPr/>
        <p:txBody>
          <a:bodyPr/>
          <a:lstStyle>
            <a:lvl1pPr>
              <a:defRPr/>
            </a:lvl1pPr>
          </a:lstStyle>
          <a:p>
            <a:r>
              <a:rPr lang="zh-CN" altLang="en-US" smtClean="0"/>
              <a:t>单击此处编辑母版标题样式</a:t>
            </a:r>
            <a:endParaRPr lang="zh-CN" altLang="en-US"/>
          </a:p>
        </p:txBody>
      </p:sp>
      <p:sp>
        <p:nvSpPr>
          <p:cNvPr id="3" name="文本框"/>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文本框"/>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框"/>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文本框"/>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文本框"/>
          <p:cNvSpPr>
            <a:spLocks noGrp="1"/>
          </p:cNvSpPr>
          <p:nvPr>
            <p:ph type="dt" sz="half" idx="10"/>
          </p:nvPr>
        </p:nvSpPr>
        <p:spPr/>
        <p:txBody>
          <a:bodyPr/>
          <a:lstStyle/>
          <a:p>
            <a:fld id="{72514870-5082-4025-BC8A-5E070B8EB77D}" type="datetimeFigureOut">
              <a:rPr lang="zh-CN" altLang="en-US" smtClean="0"/>
              <a:t>2026/10/4</a:t>
            </a:fld>
            <a:endParaRPr lang="zh-CN" altLang="en-US"/>
          </a:p>
        </p:txBody>
      </p:sp>
      <p:sp>
        <p:nvSpPr>
          <p:cNvPr id="8" name="文本框"/>
          <p:cNvSpPr>
            <a:spLocks noGrp="1"/>
          </p:cNvSpPr>
          <p:nvPr>
            <p:ph type="ftr" sz="quarter" idx="11"/>
          </p:nvPr>
        </p:nvSpPr>
        <p:spPr/>
        <p:txBody>
          <a:bodyPr/>
          <a:lstStyle/>
          <a:p>
            <a:endParaRPr lang="zh-CN" altLang="en-US"/>
          </a:p>
        </p:txBody>
      </p:sp>
      <p:sp>
        <p:nvSpPr>
          <p:cNvPr id="9" name="文本框"/>
          <p:cNvSpPr>
            <a:spLocks noGrp="1"/>
          </p:cNvSpPr>
          <p:nvPr>
            <p:ph type="sldNum" sz="quarter" idx="12"/>
          </p:nvPr>
        </p:nvSpPr>
        <p:spPr/>
        <p:txBody>
          <a:bodyPr/>
          <a:lstStyle/>
          <a:p>
            <a:fld id="{3E00D155-3BB6-43CF-9AC4-BC63A66E74A9}" type="slidenum">
              <a:rPr lang="zh-CN" altLang="en-US" smtClean="0"/>
              <a:t>‹#›</a:t>
            </a:fld>
            <a:endParaRPr lang="zh-CN" altLang="en-US"/>
          </a:p>
        </p:txBody>
      </p:sp>
    </p:spTree>
    <p:extLst>
      <p:ext uri="{BB962C8B-B14F-4D97-AF65-F5344CB8AC3E}">
        <p14:creationId xmlns:p14="http://schemas.microsoft.com/office/powerpoint/2010/main" val="245346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文本框"/>
          <p:cNvSpPr>
            <a:spLocks noGrp="1"/>
          </p:cNvSpPr>
          <p:nvPr>
            <p:ph type="title"/>
          </p:nvPr>
        </p:nvSpPr>
        <p:spPr/>
        <p:txBody>
          <a:bodyPr/>
          <a:lstStyle/>
          <a:p>
            <a:r>
              <a:rPr lang="zh-CN" altLang="en-US" smtClean="0"/>
              <a:t>单击此处编辑母版标题样式</a:t>
            </a:r>
            <a:endParaRPr lang="zh-CN" altLang="en-US"/>
          </a:p>
        </p:txBody>
      </p:sp>
      <p:sp>
        <p:nvSpPr>
          <p:cNvPr id="3" name="文本框"/>
          <p:cNvSpPr>
            <a:spLocks noGrp="1"/>
          </p:cNvSpPr>
          <p:nvPr>
            <p:ph type="dt" sz="half" idx="10"/>
          </p:nvPr>
        </p:nvSpPr>
        <p:spPr/>
        <p:txBody>
          <a:bodyPr/>
          <a:lstStyle/>
          <a:p>
            <a:fld id="{72514870-5082-4025-BC8A-5E070B8EB77D}" type="datetimeFigureOut">
              <a:rPr lang="zh-CN" altLang="en-US" smtClean="0"/>
              <a:t>2026/10/4</a:t>
            </a:fld>
            <a:endParaRPr lang="zh-CN" altLang="en-US"/>
          </a:p>
        </p:txBody>
      </p:sp>
      <p:sp>
        <p:nvSpPr>
          <p:cNvPr id="4" name="文本框"/>
          <p:cNvSpPr>
            <a:spLocks noGrp="1"/>
          </p:cNvSpPr>
          <p:nvPr>
            <p:ph type="ftr" sz="quarter" idx="11"/>
          </p:nvPr>
        </p:nvSpPr>
        <p:spPr/>
        <p:txBody>
          <a:bodyPr/>
          <a:lstStyle/>
          <a:p>
            <a:endParaRPr lang="zh-CN" altLang="en-US"/>
          </a:p>
        </p:txBody>
      </p:sp>
      <p:sp>
        <p:nvSpPr>
          <p:cNvPr id="5" name="文本框"/>
          <p:cNvSpPr>
            <a:spLocks noGrp="1"/>
          </p:cNvSpPr>
          <p:nvPr>
            <p:ph type="sldNum" sz="quarter" idx="12"/>
          </p:nvPr>
        </p:nvSpPr>
        <p:spPr/>
        <p:txBody>
          <a:bodyPr/>
          <a:lstStyle/>
          <a:p>
            <a:fld id="{3E00D155-3BB6-43CF-9AC4-BC63A66E74A9}" type="slidenum">
              <a:rPr lang="zh-CN" altLang="en-US" smtClean="0"/>
              <a:t>‹#›</a:t>
            </a:fld>
            <a:endParaRPr lang="zh-CN" altLang="en-US"/>
          </a:p>
        </p:txBody>
      </p:sp>
    </p:spTree>
    <p:extLst>
      <p:ext uri="{BB962C8B-B14F-4D97-AF65-F5344CB8AC3E}">
        <p14:creationId xmlns:p14="http://schemas.microsoft.com/office/powerpoint/2010/main" val="9564784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文本框"/>
          <p:cNvSpPr>
            <a:spLocks noGrp="1"/>
          </p:cNvSpPr>
          <p:nvPr>
            <p:ph type="dt" sz="half" idx="10"/>
          </p:nvPr>
        </p:nvSpPr>
        <p:spPr/>
        <p:txBody>
          <a:bodyPr/>
          <a:lstStyle/>
          <a:p>
            <a:fld id="{72514870-5082-4025-BC8A-5E070B8EB77D}" type="datetimeFigureOut">
              <a:rPr lang="zh-CN" altLang="en-US" smtClean="0"/>
              <a:t>2026/10/4</a:t>
            </a:fld>
            <a:endParaRPr lang="zh-CN" altLang="en-US"/>
          </a:p>
        </p:txBody>
      </p:sp>
      <p:sp>
        <p:nvSpPr>
          <p:cNvPr id="3" name="文本框"/>
          <p:cNvSpPr>
            <a:spLocks noGrp="1"/>
          </p:cNvSpPr>
          <p:nvPr>
            <p:ph type="ftr" sz="quarter" idx="11"/>
          </p:nvPr>
        </p:nvSpPr>
        <p:spPr/>
        <p:txBody>
          <a:bodyPr/>
          <a:lstStyle/>
          <a:p>
            <a:endParaRPr lang="zh-CN" altLang="en-US"/>
          </a:p>
        </p:txBody>
      </p:sp>
      <p:sp>
        <p:nvSpPr>
          <p:cNvPr id="4" name="文本框"/>
          <p:cNvSpPr>
            <a:spLocks noGrp="1"/>
          </p:cNvSpPr>
          <p:nvPr>
            <p:ph type="sldNum" sz="quarter" idx="12"/>
          </p:nvPr>
        </p:nvSpPr>
        <p:spPr/>
        <p:txBody>
          <a:bodyPr/>
          <a:lstStyle/>
          <a:p>
            <a:fld id="{3E00D155-3BB6-43CF-9AC4-BC63A66E74A9}" type="slidenum">
              <a:rPr lang="zh-CN" altLang="en-US" smtClean="0"/>
              <a:t>‹#›</a:t>
            </a:fld>
            <a:endParaRPr lang="zh-CN" altLang="en-US"/>
          </a:p>
        </p:txBody>
      </p:sp>
    </p:spTree>
    <p:extLst>
      <p:ext uri="{BB962C8B-B14F-4D97-AF65-F5344CB8AC3E}">
        <p14:creationId xmlns:p14="http://schemas.microsoft.com/office/powerpoint/2010/main" val="11604482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文本框"/>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文本框"/>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框"/>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文本框"/>
          <p:cNvSpPr>
            <a:spLocks noGrp="1"/>
          </p:cNvSpPr>
          <p:nvPr>
            <p:ph type="dt" sz="half" idx="10"/>
          </p:nvPr>
        </p:nvSpPr>
        <p:spPr/>
        <p:txBody>
          <a:bodyPr/>
          <a:lstStyle/>
          <a:p>
            <a:fld id="{72514870-5082-4025-BC8A-5E070B8EB77D}" type="datetimeFigureOut">
              <a:rPr lang="zh-CN" altLang="en-US" smtClean="0"/>
              <a:t>2026/10/4</a:t>
            </a:fld>
            <a:endParaRPr lang="zh-CN" altLang="en-US"/>
          </a:p>
        </p:txBody>
      </p:sp>
      <p:sp>
        <p:nvSpPr>
          <p:cNvPr id="6" name="文本框"/>
          <p:cNvSpPr>
            <a:spLocks noGrp="1"/>
          </p:cNvSpPr>
          <p:nvPr>
            <p:ph type="ftr" sz="quarter" idx="11"/>
          </p:nvPr>
        </p:nvSpPr>
        <p:spPr/>
        <p:txBody>
          <a:bodyPr/>
          <a:lstStyle/>
          <a:p>
            <a:endParaRPr lang="zh-CN" altLang="en-US"/>
          </a:p>
        </p:txBody>
      </p:sp>
      <p:sp>
        <p:nvSpPr>
          <p:cNvPr id="7" name="文本框"/>
          <p:cNvSpPr>
            <a:spLocks noGrp="1"/>
          </p:cNvSpPr>
          <p:nvPr>
            <p:ph type="sldNum" sz="quarter" idx="12"/>
          </p:nvPr>
        </p:nvSpPr>
        <p:spPr/>
        <p:txBody>
          <a:bodyPr/>
          <a:lstStyle/>
          <a:p>
            <a:fld id="{3E00D155-3BB6-43CF-9AC4-BC63A66E74A9}" type="slidenum">
              <a:rPr lang="zh-CN" altLang="en-US" smtClean="0"/>
              <a:t>‹#›</a:t>
            </a:fld>
            <a:endParaRPr lang="zh-CN" altLang="en-US"/>
          </a:p>
        </p:txBody>
      </p:sp>
    </p:spTree>
    <p:extLst>
      <p:ext uri="{BB962C8B-B14F-4D97-AF65-F5344CB8AC3E}">
        <p14:creationId xmlns:p14="http://schemas.microsoft.com/office/powerpoint/2010/main" val="19873403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文本框"/>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文本框"/>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框"/>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文本框"/>
          <p:cNvSpPr>
            <a:spLocks noGrp="1"/>
          </p:cNvSpPr>
          <p:nvPr>
            <p:ph type="dt" sz="half" idx="10"/>
          </p:nvPr>
        </p:nvSpPr>
        <p:spPr/>
        <p:txBody>
          <a:bodyPr/>
          <a:lstStyle/>
          <a:p>
            <a:fld id="{72514870-5082-4025-BC8A-5E070B8EB77D}" type="datetimeFigureOut">
              <a:rPr lang="zh-CN" altLang="en-US" smtClean="0"/>
              <a:t>2026/10/4</a:t>
            </a:fld>
            <a:endParaRPr lang="zh-CN" altLang="en-US"/>
          </a:p>
        </p:txBody>
      </p:sp>
      <p:sp>
        <p:nvSpPr>
          <p:cNvPr id="6" name="文本框"/>
          <p:cNvSpPr>
            <a:spLocks noGrp="1"/>
          </p:cNvSpPr>
          <p:nvPr>
            <p:ph type="ftr" sz="quarter" idx="11"/>
          </p:nvPr>
        </p:nvSpPr>
        <p:spPr/>
        <p:txBody>
          <a:bodyPr/>
          <a:lstStyle/>
          <a:p>
            <a:endParaRPr lang="zh-CN" altLang="en-US"/>
          </a:p>
        </p:txBody>
      </p:sp>
      <p:sp>
        <p:nvSpPr>
          <p:cNvPr id="7" name="文本框"/>
          <p:cNvSpPr>
            <a:spLocks noGrp="1"/>
          </p:cNvSpPr>
          <p:nvPr>
            <p:ph type="sldNum" sz="quarter" idx="12"/>
          </p:nvPr>
        </p:nvSpPr>
        <p:spPr/>
        <p:txBody>
          <a:bodyPr/>
          <a:lstStyle/>
          <a:p>
            <a:fld id="{3E00D155-3BB6-43CF-9AC4-BC63A66E74A9}" type="slidenum">
              <a:rPr lang="zh-CN" altLang="en-US" smtClean="0"/>
              <a:t>‹#›</a:t>
            </a:fld>
            <a:endParaRPr lang="zh-CN" altLang="en-US"/>
          </a:p>
        </p:txBody>
      </p:sp>
    </p:spTree>
    <p:extLst>
      <p:ext uri="{BB962C8B-B14F-4D97-AF65-F5344CB8AC3E}">
        <p14:creationId xmlns:p14="http://schemas.microsoft.com/office/powerpoint/2010/main" val="19291365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本">
    <p:spTree>
      <p:nvGrpSpPr>
        <p:cNvPr id="1" name=""/>
        <p:cNvGrpSpPr/>
        <p:nvPr/>
      </p:nvGrpSpPr>
      <p:grpSpPr>
        <a:xfrm>
          <a:off x="0" y="0"/>
          <a:ext cx="0" cy="0"/>
          <a:chOff x="0" y="0"/>
          <a:chExt cx="0" cy="0"/>
        </a:xfrm>
      </p:grpSpPr>
      <p:sp>
        <p:nvSpPr>
          <p:cNvPr id="2" name="文本框"/>
          <p:cNvSpPr>
            <a:spLocks noGrp="1"/>
          </p:cNvSpPr>
          <p:nvPr>
            <p:ph type="title"/>
          </p:nvPr>
        </p:nvSpPr>
        <p:spPr/>
        <p:txBody>
          <a:bodyPr/>
          <a:lstStyle/>
          <a:p>
            <a:r>
              <a:rPr lang="zh-CN" altLang="en-US" smtClean="0"/>
              <a:t>单击此处编辑母版标题样式</a:t>
            </a:r>
            <a:endParaRPr lang="zh-CN" altLang="en-US"/>
          </a:p>
        </p:txBody>
      </p:sp>
      <p:sp>
        <p:nvSpPr>
          <p:cNvPr id="3" name="文本框"/>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框"/>
          <p:cNvSpPr>
            <a:spLocks noGrp="1"/>
          </p:cNvSpPr>
          <p:nvPr>
            <p:ph type="dt" sz="half" idx="10"/>
          </p:nvPr>
        </p:nvSpPr>
        <p:spPr/>
        <p:txBody>
          <a:bodyPr/>
          <a:lstStyle/>
          <a:p>
            <a:fld id="{72514870-5082-4025-BC8A-5E070B8EB77D}" type="datetimeFigureOut">
              <a:rPr lang="zh-CN" altLang="en-US" smtClean="0"/>
              <a:t>2026/10/4</a:t>
            </a:fld>
            <a:endParaRPr lang="zh-CN" altLang="en-US"/>
          </a:p>
        </p:txBody>
      </p:sp>
      <p:sp>
        <p:nvSpPr>
          <p:cNvPr id="5" name="文本框"/>
          <p:cNvSpPr>
            <a:spLocks noGrp="1"/>
          </p:cNvSpPr>
          <p:nvPr>
            <p:ph type="ftr" sz="quarter" idx="11"/>
          </p:nvPr>
        </p:nvSpPr>
        <p:spPr/>
        <p:txBody>
          <a:bodyPr/>
          <a:lstStyle/>
          <a:p>
            <a:endParaRPr lang="zh-CN" altLang="en-US"/>
          </a:p>
        </p:txBody>
      </p:sp>
      <p:sp>
        <p:nvSpPr>
          <p:cNvPr id="6" name="文本框"/>
          <p:cNvSpPr>
            <a:spLocks noGrp="1"/>
          </p:cNvSpPr>
          <p:nvPr>
            <p:ph type="sldNum" sz="quarter" idx="12"/>
          </p:nvPr>
        </p:nvSpPr>
        <p:spPr/>
        <p:txBody>
          <a:bodyPr/>
          <a:lstStyle/>
          <a:p>
            <a:fld id="{3E00D155-3BB6-43CF-9AC4-BC63A66E74A9}" type="slidenum">
              <a:rPr lang="zh-CN" altLang="en-US" smtClean="0"/>
              <a:t>‹#›</a:t>
            </a:fld>
            <a:endParaRPr lang="zh-CN" altLang="en-US"/>
          </a:p>
        </p:txBody>
      </p:sp>
    </p:spTree>
    <p:extLst>
      <p:ext uri="{BB962C8B-B14F-4D97-AF65-F5344CB8AC3E}">
        <p14:creationId xmlns:p14="http://schemas.microsoft.com/office/powerpoint/2010/main" val="8762407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文本框"/>
          <p:cNvSpPr>
            <a:spLocks noGrp="1"/>
          </p:cNvSpPr>
          <p:nvPr>
            <p:ph type="title" orient="vert"/>
          </p:nvPr>
        </p:nvSpPr>
        <p:spPr>
          <a:xfrm>
            <a:off x="6629400" y="274638"/>
            <a:ext cx="2057400" cy="5851525"/>
          </a:xfrm>
        </p:spPr>
        <p:txBody>
          <a:bodyPr vert="eaVert"/>
          <a:lstStyle/>
          <a:p>
            <a:r>
              <a:rPr lang="zh-CN" altLang="en-US" smtClean="0"/>
              <a:t>单击此处编辑母版标题样式</a:t>
            </a:r>
            <a:endParaRPr lang="zh-CN" altLang="en-US"/>
          </a:p>
        </p:txBody>
      </p:sp>
      <p:sp>
        <p:nvSpPr>
          <p:cNvPr id="3" name="文本框"/>
          <p:cNvSpPr>
            <a:spLocks noGrp="1"/>
          </p:cNvSpPr>
          <p:nvPr>
            <p:ph type="body" orient="vert" idx="1"/>
          </p:nvPr>
        </p:nvSpPr>
        <p:spPr>
          <a:xfrm>
            <a:off x="457200" y="274638"/>
            <a:ext cx="6019800" cy="5851525"/>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框"/>
          <p:cNvSpPr>
            <a:spLocks noGrp="1"/>
          </p:cNvSpPr>
          <p:nvPr>
            <p:ph type="dt" sz="half" idx="10"/>
          </p:nvPr>
        </p:nvSpPr>
        <p:spPr/>
        <p:txBody>
          <a:bodyPr/>
          <a:lstStyle/>
          <a:p>
            <a:fld id="{72514870-5082-4025-BC8A-5E070B8EB77D}" type="datetimeFigureOut">
              <a:rPr lang="zh-CN" altLang="en-US" smtClean="0"/>
              <a:t>2026/10/4</a:t>
            </a:fld>
            <a:endParaRPr lang="zh-CN" altLang="en-US"/>
          </a:p>
        </p:txBody>
      </p:sp>
      <p:sp>
        <p:nvSpPr>
          <p:cNvPr id="5" name="文本框"/>
          <p:cNvSpPr>
            <a:spLocks noGrp="1"/>
          </p:cNvSpPr>
          <p:nvPr>
            <p:ph type="ftr" sz="quarter" idx="11"/>
          </p:nvPr>
        </p:nvSpPr>
        <p:spPr/>
        <p:txBody>
          <a:bodyPr/>
          <a:lstStyle/>
          <a:p>
            <a:endParaRPr lang="zh-CN" altLang="en-US"/>
          </a:p>
        </p:txBody>
      </p:sp>
      <p:sp>
        <p:nvSpPr>
          <p:cNvPr id="6" name="文本框"/>
          <p:cNvSpPr>
            <a:spLocks noGrp="1"/>
          </p:cNvSpPr>
          <p:nvPr>
            <p:ph type="sldNum" sz="quarter" idx="12"/>
          </p:nvPr>
        </p:nvSpPr>
        <p:spPr/>
        <p:txBody>
          <a:bodyPr/>
          <a:lstStyle/>
          <a:p>
            <a:fld id="{3E00D155-3BB6-43CF-9AC4-BC63A66E74A9}" type="slidenum">
              <a:rPr lang="zh-CN" altLang="en-US" smtClean="0"/>
              <a:t>‹#›</a:t>
            </a:fld>
            <a:endParaRPr lang="zh-CN" altLang="en-US"/>
          </a:p>
        </p:txBody>
      </p:sp>
    </p:spTree>
    <p:extLst>
      <p:ext uri="{BB962C8B-B14F-4D97-AF65-F5344CB8AC3E}">
        <p14:creationId xmlns:p14="http://schemas.microsoft.com/office/powerpoint/2010/main" val="175719637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自定义版式">
    <p:bg>
      <p:bgPr>
        <a:solidFill>
          <a:srgbClr val="FFFFFF"/>
        </a:solidFill>
        <a:effectLst/>
      </p:bgPr>
    </p:bg>
    <p:spTree>
      <p:nvGrpSpPr>
        <p:cNvPr id="1" name=""/>
        <p:cNvGrpSpPr/>
        <p:nvPr/>
      </p:nvGrpSpPr>
      <p:grpSpPr>
        <a:xfrm>
          <a:off x="0" y="0"/>
          <a:ext cx="0" cy="0"/>
          <a:chOff x="0" y="0"/>
          <a:chExt cx="0" cy="0"/>
        </a:xfrm>
      </p:grpSpPr>
      <p:sp>
        <p:nvSpPr>
          <p:cNvPr id="13" name="文本框"/>
          <p:cNvSpPr>
            <a:spLocks noGrp="1"/>
          </p:cNvSpPr>
          <p:nvPr>
            <p:ph type="ftr"/>
          </p:nvPr>
        </p:nvSpPr>
        <p:spPr>
          <a:xfrm>
            <a:off x="4038600" y="6356349"/>
            <a:ext cx="4114800" cy="365125"/>
          </a:xfrm>
          <a:prstGeom prst="rect">
            <a:avLst/>
          </a:prstGeom>
          <a:noFill/>
          <a:ln w="12700" cap="flat" cmpd="sng">
            <a:noFill/>
            <a:prstDash val="solid"/>
            <a:round/>
          </a:ln>
        </p:spPr>
        <p:txBody>
          <a:bodyPr vert="horz" wrap="square" lIns="0" tIns="0" rIns="0" bIns="0" anchor="ctr" anchorCtr="0">
            <a:prstTxWarp prst="textNoShape">
              <a:avLst/>
            </a:prstTxWarp>
          </a:bodyPr>
          <a:lstStyle/>
          <a:p>
            <a:pPr algn="ctr">
              <a:lnSpc>
                <a:spcPct val="100000"/>
              </a:lnSpc>
              <a:spcBef>
                <a:spcPts val="0"/>
              </a:spcBef>
              <a:spcAft>
                <a:spcPts val="0"/>
              </a:spcAft>
              <a:buNone/>
            </a:pPr>
            <a:endParaRPr lang="zh-CN" altLang="en-US" sz="1200" b="0" i="0" u="none" strike="noStrike" cap="none">
              <a:solidFill>
                <a:srgbClr val="888888"/>
              </a:solidFill>
              <a:latin typeface="Calibri" charset="0"/>
              <a:ea typeface="Calibri" charset="0"/>
              <a:cs typeface="Calibri" charset="0"/>
              <a:sym typeface="Calibri" charset="0"/>
            </a:endParaRPr>
          </a:p>
        </p:txBody>
      </p:sp>
      <p:sp>
        <p:nvSpPr>
          <p:cNvPr id="14" name="文本框"/>
          <p:cNvSpPr>
            <a:spLocks noGrp="1"/>
          </p:cNvSpPr>
          <p:nvPr>
            <p:ph type="dt" idx="10"/>
          </p:nvPr>
        </p:nvSpPr>
        <p:spPr>
          <a:xfrm>
            <a:off x="838200" y="6356349"/>
            <a:ext cx="2743200" cy="365125"/>
          </a:xfrm>
          <a:prstGeom prst="rect">
            <a:avLst/>
          </a:prstGeom>
          <a:noFill/>
          <a:ln w="12700" cap="flat" cmpd="sng">
            <a:noFill/>
            <a:prstDash val="solid"/>
            <a:round/>
          </a:ln>
        </p:spPr>
        <p:txBody>
          <a:bodyPr vert="horz" wrap="square" lIns="0" tIns="0" rIns="0" bIns="0" anchor="ctr" anchorCtr="0">
            <a:prstTxWarp prst="textNoShape">
              <a:avLst/>
            </a:prstTxWarp>
          </a:bodyPr>
          <a:lstStyle/>
          <a:p>
            <a:pPr algn="l">
              <a:lnSpc>
                <a:spcPct val="100000"/>
              </a:lnSpc>
              <a:spcBef>
                <a:spcPts val="0"/>
              </a:spcBef>
              <a:spcAft>
                <a:spcPts val="0"/>
              </a:spcAft>
              <a:buNone/>
            </a:pPr>
            <a:endParaRPr lang="zh-CN" altLang="en-US" sz="1200" b="0" i="0" u="none" strike="noStrike" cap="none">
              <a:solidFill>
                <a:srgbClr val="888888"/>
              </a:solidFill>
              <a:latin typeface="Calibri" charset="0"/>
              <a:ea typeface="Calibri" charset="0"/>
              <a:cs typeface="Calibri" charset="0"/>
              <a:sym typeface="Calibri" charset="0"/>
            </a:endParaRPr>
          </a:p>
        </p:txBody>
      </p:sp>
      <p:sp>
        <p:nvSpPr>
          <p:cNvPr id="15" name="文本框"/>
          <p:cNvSpPr>
            <a:spLocks noGrp="1"/>
          </p:cNvSpPr>
          <p:nvPr>
            <p:ph type="sldNum"/>
          </p:nvPr>
        </p:nvSpPr>
        <p:spPr>
          <a:xfrm>
            <a:off x="8610600" y="6356349"/>
            <a:ext cx="2743200" cy="365125"/>
          </a:xfrm>
          <a:prstGeom prst="rect">
            <a:avLst/>
          </a:prstGeom>
          <a:noFill/>
          <a:ln w="12700" cap="flat" cmpd="sng">
            <a:noFill/>
            <a:prstDash val="solid"/>
            <a:round/>
          </a:ln>
        </p:spPr>
        <p:txBody>
          <a:bodyPr vert="horz" wrap="square" lIns="0" tIns="0" rIns="0" bIns="0" anchor="ctr" anchorCtr="0">
            <a:prstTxWarp prst="textNoShape">
              <a:avLst/>
            </a:prstTxWarp>
          </a:bodyPr>
          <a:lstStyle/>
          <a:p>
            <a:pPr marL="38100" indent="0" algn="r">
              <a:lnSpc>
                <a:spcPct val="103000"/>
              </a:lnSpc>
              <a:spcBef>
                <a:spcPts val="0"/>
              </a:spcBef>
              <a:spcAft>
                <a:spcPts val="0"/>
              </a:spcAft>
              <a:buNone/>
            </a:pPr>
            <a:fld id="{CAD2D6BD-DE1B-4B5F-8B41-2702339687B9}" type="slidenum">
              <a:rPr lang="en-US" altLang="zh-CN" sz="1200" b="0" i="0" u="none" strike="noStrike" kern="0" cap="none" spc="0" baseline="0">
                <a:solidFill>
                  <a:srgbClr val="878787"/>
                </a:solidFill>
                <a:latin typeface="Calibri" charset="0"/>
                <a:ea typeface="Calibri" charset="0"/>
                <a:cs typeface="Calibri" charset="0"/>
                <a:sym typeface="Calibri" charset="0"/>
              </a:rPr>
              <a:t>‹#›</a:t>
            </a:fld>
            <a:endParaRPr lang="zh-CN" altLang="en-US" sz="1200" b="0" i="0" u="none" strike="noStrike" cap="none">
              <a:solidFill>
                <a:srgbClr val="878787"/>
              </a:solidFill>
              <a:latin typeface="Calibri" charset="0"/>
              <a:ea typeface="Calibri" charset="0"/>
              <a:cs typeface="Calibri" charset="0"/>
              <a:sym typeface="Calibri" charset="0"/>
            </a:endParaRPr>
          </a:p>
        </p:txBody>
      </p:sp>
    </p:spTree>
    <p:extLst>
      <p:ext uri="{BB962C8B-B14F-4D97-AF65-F5344CB8AC3E}">
        <p14:creationId xmlns:p14="http://schemas.microsoft.com/office/powerpoint/2010/main" val="12795609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自定义版式">
    <p:bg>
      <p:bgPr>
        <a:solidFill>
          <a:srgbClr val="FFFFFF"/>
        </a:solidFill>
        <a:effectLst/>
      </p:bgPr>
    </p:bg>
    <p:spTree>
      <p:nvGrpSpPr>
        <p:cNvPr id="1" name=""/>
        <p:cNvGrpSpPr/>
        <p:nvPr/>
      </p:nvGrpSpPr>
      <p:grpSpPr>
        <a:xfrm>
          <a:off x="0" y="0"/>
          <a:ext cx="0" cy="0"/>
          <a:chOff x="0" y="0"/>
          <a:chExt cx="0" cy="0"/>
        </a:xfrm>
      </p:grpSpPr>
      <p:sp>
        <p:nvSpPr>
          <p:cNvPr id="22" name="文本框"/>
          <p:cNvSpPr>
            <a:spLocks noGrp="1"/>
          </p:cNvSpPr>
          <p:nvPr>
            <p:ph type="title"/>
          </p:nvPr>
        </p:nvSpPr>
        <p:spPr>
          <a:xfrm>
            <a:off x="838200" y="365124"/>
            <a:ext cx="10515600" cy="1325562"/>
          </a:xfrm>
          <a:prstGeom prst="rect">
            <a:avLst/>
          </a:prstGeom>
          <a:noFill/>
          <a:ln w="12700" cap="flat" cmpd="sng">
            <a:noFill/>
            <a:prstDash val="solid"/>
            <a:round/>
          </a:ln>
        </p:spPr>
        <p:txBody>
          <a:bodyPr vert="horz" wrap="square" lIns="91425" tIns="45700" rIns="91425" bIns="45700" anchor="ctr" anchorCtr="0">
            <a:prstTxWarp prst="textNoShape">
              <a:avLst/>
            </a:prstTxWarp>
          </a:bodyPr>
          <a:lstStyle/>
          <a:p>
            <a:pPr algn="l">
              <a:lnSpc>
                <a:spcPct val="90000"/>
              </a:lnSpc>
              <a:spcBef>
                <a:spcPts val="0"/>
              </a:spcBef>
              <a:spcAft>
                <a:spcPts val="0"/>
              </a:spcAft>
              <a:buNone/>
            </a:pPr>
            <a:endParaRPr lang="zh-CN" altLang="en-US"/>
          </a:p>
        </p:txBody>
      </p:sp>
      <p:sp>
        <p:nvSpPr>
          <p:cNvPr id="23" name="文本框"/>
          <p:cNvSpPr>
            <a:spLocks noGrp="1"/>
          </p:cNvSpPr>
          <p:nvPr>
            <p:ph type="body" idx="1"/>
          </p:nvPr>
        </p:nvSpPr>
        <p:spPr>
          <a:xfrm>
            <a:off x="838200" y="1825625"/>
            <a:ext cx="10515600" cy="4351338"/>
          </a:xfrm>
          <a:prstGeom prst="rect">
            <a:avLst/>
          </a:prstGeom>
          <a:noFill/>
          <a:ln w="12700" cap="flat" cmpd="sng">
            <a:noFill/>
            <a:prstDash val="solid"/>
            <a:round/>
          </a:ln>
        </p:spPr>
        <p:txBody>
          <a:bodyPr vert="horz" wrap="square" lIns="91425" tIns="45700" rIns="91425" bIns="45700" anchor="t" anchorCtr="0">
            <a:prstTxWarp prst="textNoShape">
              <a:avLst/>
            </a:prstTxWarp>
          </a:bodyPr>
          <a:lstStyle/>
          <a:p>
            <a:pPr marL="457200" indent="-342900" algn="l">
              <a:lnSpc>
                <a:spcPct val="90000"/>
              </a:lnSpc>
              <a:spcBef>
                <a:spcPts val="1000"/>
              </a:spcBef>
              <a:spcAft>
                <a:spcPts val="0"/>
              </a:spcAft>
              <a:buClr>
                <a:srgbClr val="000000"/>
              </a:buClr>
              <a:buSzPts val="1800"/>
              <a:buChar char="•"/>
            </a:pPr>
            <a:endParaRPr lang="zh-CN" altLang="en-US"/>
          </a:p>
        </p:txBody>
      </p:sp>
      <p:sp>
        <p:nvSpPr>
          <p:cNvPr id="24" name="文本框"/>
          <p:cNvSpPr>
            <a:spLocks noGrp="1"/>
          </p:cNvSpPr>
          <p:nvPr>
            <p:ph type="dt" idx="10"/>
          </p:nvPr>
        </p:nvSpPr>
        <p:spPr>
          <a:xfrm>
            <a:off x="838200" y="6356349"/>
            <a:ext cx="2743200" cy="365125"/>
          </a:xfrm>
          <a:prstGeom prst="rect">
            <a:avLst/>
          </a:prstGeom>
          <a:noFill/>
          <a:ln w="12700" cap="flat" cmpd="sng">
            <a:noFill/>
            <a:prstDash val="solid"/>
            <a:round/>
          </a:ln>
        </p:spPr>
        <p:txBody>
          <a:bodyPr vert="horz" wrap="square" lIns="91425" tIns="45700" rIns="91425" bIns="45700" anchor="ctr" anchorCtr="0">
            <a:prstTxWarp prst="textNoShape">
              <a:avLst/>
            </a:prstTxWarp>
          </a:bodyPr>
          <a:lstStyle/>
          <a:p>
            <a:pPr algn="l">
              <a:lnSpc>
                <a:spcPct val="100000"/>
              </a:lnSpc>
              <a:spcBef>
                <a:spcPts val="0"/>
              </a:spcBef>
              <a:spcAft>
                <a:spcPts val="0"/>
              </a:spcAft>
              <a:buNone/>
            </a:pPr>
            <a:endParaRPr lang="zh-CN" altLang="en-US" sz="1200" b="0" i="0" u="none" strike="noStrike" cap="none">
              <a:solidFill>
                <a:srgbClr val="888888"/>
              </a:solidFill>
              <a:latin typeface="Calibri" charset="0"/>
              <a:ea typeface="Calibri" charset="0"/>
              <a:cs typeface="Calibri" charset="0"/>
              <a:sym typeface="Calibri" charset="0"/>
            </a:endParaRPr>
          </a:p>
        </p:txBody>
      </p:sp>
      <p:sp>
        <p:nvSpPr>
          <p:cNvPr id="25" name="文本框"/>
          <p:cNvSpPr>
            <a:spLocks noGrp="1"/>
          </p:cNvSpPr>
          <p:nvPr>
            <p:ph type="ftr"/>
          </p:nvPr>
        </p:nvSpPr>
        <p:spPr>
          <a:xfrm>
            <a:off x="4038600" y="6356349"/>
            <a:ext cx="4114800" cy="365125"/>
          </a:xfrm>
          <a:prstGeom prst="rect">
            <a:avLst/>
          </a:prstGeom>
          <a:noFill/>
          <a:ln w="12700" cap="flat" cmpd="sng">
            <a:noFill/>
            <a:prstDash val="solid"/>
            <a:round/>
          </a:ln>
        </p:spPr>
        <p:txBody>
          <a:bodyPr vert="horz" wrap="square" lIns="91425" tIns="45700" rIns="91425" bIns="45700" anchor="ctr" anchorCtr="0">
            <a:prstTxWarp prst="textNoShape">
              <a:avLst/>
            </a:prstTxWarp>
          </a:bodyPr>
          <a:lstStyle/>
          <a:p>
            <a:pPr algn="ctr">
              <a:lnSpc>
                <a:spcPct val="100000"/>
              </a:lnSpc>
              <a:spcBef>
                <a:spcPts val="0"/>
              </a:spcBef>
              <a:spcAft>
                <a:spcPts val="0"/>
              </a:spcAft>
              <a:buNone/>
            </a:pPr>
            <a:endParaRPr lang="zh-CN" altLang="en-US" sz="1200" b="0" i="0" u="none" strike="noStrike" cap="none">
              <a:solidFill>
                <a:srgbClr val="888888"/>
              </a:solidFill>
              <a:latin typeface="Calibri" charset="0"/>
              <a:ea typeface="Calibri" charset="0"/>
              <a:cs typeface="Calibri" charset="0"/>
              <a:sym typeface="Calibri" charset="0"/>
            </a:endParaRPr>
          </a:p>
        </p:txBody>
      </p:sp>
      <p:sp>
        <p:nvSpPr>
          <p:cNvPr id="26" name="文本框"/>
          <p:cNvSpPr>
            <a:spLocks noGrp="1"/>
          </p:cNvSpPr>
          <p:nvPr>
            <p:ph type="sldNum"/>
          </p:nvPr>
        </p:nvSpPr>
        <p:spPr>
          <a:xfrm>
            <a:off x="8610600" y="6356349"/>
            <a:ext cx="2743200" cy="365125"/>
          </a:xfrm>
          <a:prstGeom prst="rect">
            <a:avLst/>
          </a:prstGeom>
          <a:noFill/>
          <a:ln w="12700" cap="flat" cmpd="sng">
            <a:noFill/>
            <a:prstDash val="solid"/>
            <a:round/>
          </a:ln>
        </p:spPr>
        <p:txBody>
          <a:bodyPr vert="horz" wrap="square" lIns="91425" tIns="45700" rIns="91425" bIns="45700" anchor="ctr" anchorCtr="0">
            <a:prstTxWarp prst="textNoShape">
              <a:avLst/>
            </a:prstTxWarp>
          </a:bodyPr>
          <a:lstStyle/>
          <a:p>
            <a:pPr marL="0" indent="0" algn="r">
              <a:lnSpc>
                <a:spcPct val="100000"/>
              </a:lnSpc>
              <a:spcBef>
                <a:spcPts val="0"/>
              </a:spcBef>
              <a:spcAft>
                <a:spcPts val="0"/>
              </a:spcAft>
              <a:buNone/>
            </a:pPr>
            <a:fld id="{CAD2D6BD-DE1B-4B5F-8B41-2702339687B9}" type="slidenum">
              <a:rPr lang="en-US" altLang="zh-CN" sz="1200" b="0" i="0" u="none" strike="noStrike" kern="0" cap="none" spc="0" baseline="0">
                <a:solidFill>
                  <a:srgbClr val="888888"/>
                </a:solidFill>
                <a:latin typeface="Calibri" charset="0"/>
                <a:ea typeface="Calibri" charset="0"/>
                <a:cs typeface="Calibri" charset="0"/>
                <a:sym typeface="Calibri" charset="0"/>
              </a:rPr>
              <a:t>‹#›</a:t>
            </a:fld>
            <a:endParaRPr lang="zh-CN" altLang="en-US" sz="1200" b="0" i="0" u="none" strike="noStrike" cap="none">
              <a:solidFill>
                <a:srgbClr val="888888"/>
              </a:solidFill>
              <a:latin typeface="Calibri" charset="0"/>
              <a:ea typeface="Calibri" charset="0"/>
              <a:cs typeface="Calibri" charset="0"/>
              <a:sym typeface="Calibri" charset="0"/>
            </a:endParaRPr>
          </a:p>
        </p:txBody>
      </p:sp>
    </p:spTree>
    <p:extLst>
      <p:ext uri="{BB962C8B-B14F-4D97-AF65-F5344CB8AC3E}">
        <p14:creationId xmlns:p14="http://schemas.microsoft.com/office/powerpoint/2010/main" val="154037275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p:cSld name="自定义版式">
    <p:bg>
      <p:bgPr>
        <a:solidFill>
          <a:srgbClr val="FFFFFF"/>
        </a:solidFill>
        <a:effectLst/>
      </p:bgPr>
    </p:bg>
    <p:spTree>
      <p:nvGrpSpPr>
        <p:cNvPr id="1" name=""/>
        <p:cNvGrpSpPr/>
        <p:nvPr/>
      </p:nvGrpSpPr>
      <p:grpSpPr>
        <a:xfrm>
          <a:off x="0" y="0"/>
          <a:ext cx="0" cy="0"/>
          <a:chOff x="0" y="0"/>
          <a:chExt cx="0" cy="0"/>
        </a:xfrm>
      </p:grpSpPr>
      <p:sp>
        <p:nvSpPr>
          <p:cNvPr id="32" name="文本框"/>
          <p:cNvSpPr>
            <a:spLocks noGrp="1"/>
          </p:cNvSpPr>
          <p:nvPr>
            <p:ph type="title"/>
          </p:nvPr>
        </p:nvSpPr>
        <p:spPr>
          <a:xfrm>
            <a:off x="838200" y="365124"/>
            <a:ext cx="10515600" cy="1325562"/>
          </a:xfrm>
          <a:prstGeom prst="rect">
            <a:avLst/>
          </a:prstGeom>
          <a:noFill/>
          <a:ln w="12700" cap="flat" cmpd="sng">
            <a:noFill/>
            <a:prstDash val="solid"/>
            <a:round/>
          </a:ln>
        </p:spPr>
        <p:txBody>
          <a:bodyPr vert="horz" wrap="square" lIns="91425" tIns="45700" rIns="91425" bIns="45700" anchor="ctr" anchorCtr="0">
            <a:prstTxWarp prst="textNoShape">
              <a:avLst/>
            </a:prstTxWarp>
          </a:bodyPr>
          <a:lstStyle/>
          <a:p>
            <a:pPr algn="l">
              <a:lnSpc>
                <a:spcPct val="90000"/>
              </a:lnSpc>
              <a:spcBef>
                <a:spcPts val="0"/>
              </a:spcBef>
              <a:spcAft>
                <a:spcPts val="0"/>
              </a:spcAft>
              <a:buNone/>
            </a:pPr>
            <a:endParaRPr lang="zh-CN" altLang="en-US"/>
          </a:p>
        </p:txBody>
      </p:sp>
      <p:sp>
        <p:nvSpPr>
          <p:cNvPr id="33" name="文本框"/>
          <p:cNvSpPr>
            <a:spLocks noGrp="1"/>
          </p:cNvSpPr>
          <p:nvPr>
            <p:ph type="dt" idx="10"/>
          </p:nvPr>
        </p:nvSpPr>
        <p:spPr>
          <a:xfrm>
            <a:off x="838200" y="6356349"/>
            <a:ext cx="2743200" cy="365125"/>
          </a:xfrm>
          <a:prstGeom prst="rect">
            <a:avLst/>
          </a:prstGeom>
          <a:noFill/>
          <a:ln w="12700" cap="flat" cmpd="sng">
            <a:noFill/>
            <a:prstDash val="solid"/>
            <a:round/>
          </a:ln>
        </p:spPr>
        <p:txBody>
          <a:bodyPr vert="horz" wrap="square" lIns="91425" tIns="45700" rIns="91425" bIns="45700" anchor="ctr" anchorCtr="0">
            <a:prstTxWarp prst="textNoShape">
              <a:avLst/>
            </a:prstTxWarp>
          </a:bodyPr>
          <a:lstStyle/>
          <a:p>
            <a:pPr algn="l">
              <a:lnSpc>
                <a:spcPct val="100000"/>
              </a:lnSpc>
              <a:spcBef>
                <a:spcPts val="0"/>
              </a:spcBef>
              <a:spcAft>
                <a:spcPts val="0"/>
              </a:spcAft>
              <a:buNone/>
            </a:pPr>
            <a:endParaRPr lang="zh-CN" altLang="en-US" sz="1200" b="0" i="0" u="none" strike="noStrike" cap="none">
              <a:solidFill>
                <a:srgbClr val="888888"/>
              </a:solidFill>
              <a:latin typeface="Calibri" charset="0"/>
              <a:ea typeface="Calibri" charset="0"/>
              <a:cs typeface="Calibri" charset="0"/>
              <a:sym typeface="Calibri" charset="0"/>
            </a:endParaRPr>
          </a:p>
        </p:txBody>
      </p:sp>
      <p:sp>
        <p:nvSpPr>
          <p:cNvPr id="34" name="文本框"/>
          <p:cNvSpPr>
            <a:spLocks noGrp="1"/>
          </p:cNvSpPr>
          <p:nvPr>
            <p:ph type="ftr"/>
          </p:nvPr>
        </p:nvSpPr>
        <p:spPr>
          <a:xfrm>
            <a:off x="4038600" y="6356349"/>
            <a:ext cx="4114800" cy="365125"/>
          </a:xfrm>
          <a:prstGeom prst="rect">
            <a:avLst/>
          </a:prstGeom>
          <a:noFill/>
          <a:ln w="12700" cap="flat" cmpd="sng">
            <a:noFill/>
            <a:prstDash val="solid"/>
            <a:round/>
          </a:ln>
        </p:spPr>
        <p:txBody>
          <a:bodyPr vert="horz" wrap="square" lIns="91425" tIns="45700" rIns="91425" bIns="45700" anchor="ctr" anchorCtr="0">
            <a:prstTxWarp prst="textNoShape">
              <a:avLst/>
            </a:prstTxWarp>
          </a:bodyPr>
          <a:lstStyle/>
          <a:p>
            <a:pPr algn="ctr">
              <a:lnSpc>
                <a:spcPct val="100000"/>
              </a:lnSpc>
              <a:spcBef>
                <a:spcPts val="0"/>
              </a:spcBef>
              <a:spcAft>
                <a:spcPts val="0"/>
              </a:spcAft>
              <a:buNone/>
            </a:pPr>
            <a:endParaRPr lang="zh-CN" altLang="en-US" sz="1200" b="0" i="0" u="none" strike="noStrike" cap="none">
              <a:solidFill>
                <a:srgbClr val="888888"/>
              </a:solidFill>
              <a:latin typeface="Calibri" charset="0"/>
              <a:ea typeface="Calibri" charset="0"/>
              <a:cs typeface="Calibri" charset="0"/>
              <a:sym typeface="Calibri" charset="0"/>
            </a:endParaRPr>
          </a:p>
        </p:txBody>
      </p:sp>
      <p:sp>
        <p:nvSpPr>
          <p:cNvPr id="35" name="文本框"/>
          <p:cNvSpPr>
            <a:spLocks noGrp="1"/>
          </p:cNvSpPr>
          <p:nvPr>
            <p:ph type="sldNum"/>
          </p:nvPr>
        </p:nvSpPr>
        <p:spPr>
          <a:xfrm>
            <a:off x="8610600" y="6356349"/>
            <a:ext cx="2743200" cy="365125"/>
          </a:xfrm>
          <a:prstGeom prst="rect">
            <a:avLst/>
          </a:prstGeom>
          <a:noFill/>
          <a:ln w="12700" cap="flat" cmpd="sng">
            <a:noFill/>
            <a:prstDash val="solid"/>
            <a:round/>
          </a:ln>
        </p:spPr>
        <p:txBody>
          <a:bodyPr vert="horz" wrap="square" lIns="91425" tIns="45700" rIns="91425" bIns="45700" anchor="ctr" anchorCtr="0">
            <a:prstTxWarp prst="textNoShape">
              <a:avLst/>
            </a:prstTxWarp>
          </a:bodyPr>
          <a:lstStyle/>
          <a:p>
            <a:pPr marL="0" indent="0" algn="r">
              <a:lnSpc>
                <a:spcPct val="100000"/>
              </a:lnSpc>
              <a:spcBef>
                <a:spcPts val="0"/>
              </a:spcBef>
              <a:spcAft>
                <a:spcPts val="0"/>
              </a:spcAft>
              <a:buNone/>
            </a:pPr>
            <a:fld id="{CAD2D6BD-DE1B-4B5F-8B41-2702339687B9}" type="slidenum">
              <a:rPr lang="en-US" altLang="zh-CN" sz="1200" b="0" i="0" u="none" strike="noStrike" kern="0" cap="none" spc="0" baseline="0">
                <a:solidFill>
                  <a:srgbClr val="888888"/>
                </a:solidFill>
                <a:latin typeface="Calibri" charset="0"/>
                <a:ea typeface="Calibri" charset="0"/>
                <a:cs typeface="Calibri" charset="0"/>
                <a:sym typeface="Calibri" charset="0"/>
              </a:rPr>
              <a:t>‹#›</a:t>
            </a:fld>
            <a:endParaRPr lang="zh-CN" altLang="en-US" sz="1200" b="0" i="0" u="none" strike="noStrike" cap="none">
              <a:solidFill>
                <a:srgbClr val="888888"/>
              </a:solidFill>
              <a:latin typeface="Calibri" charset="0"/>
              <a:ea typeface="Calibri" charset="0"/>
              <a:cs typeface="Calibri" charset="0"/>
              <a:sym typeface="Calibri" charset="0"/>
            </a:endParaRPr>
          </a:p>
        </p:txBody>
      </p:sp>
    </p:spTree>
    <p:extLst>
      <p:ext uri="{BB962C8B-B14F-4D97-AF65-F5344CB8AC3E}">
        <p14:creationId xmlns:p14="http://schemas.microsoft.com/office/powerpoint/2010/main" val="61188431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p:cSld name="自定义版式">
    <p:bg>
      <p:bgPr>
        <a:solidFill>
          <a:srgbClr val="FFFFFF"/>
        </a:solidFill>
        <a:effectLst/>
      </p:bgPr>
    </p:bg>
    <p:spTree>
      <p:nvGrpSpPr>
        <p:cNvPr id="1" name=""/>
        <p:cNvGrpSpPr/>
        <p:nvPr/>
      </p:nvGrpSpPr>
      <p:grpSpPr>
        <a:xfrm>
          <a:off x="0" y="0"/>
          <a:ext cx="0" cy="0"/>
          <a:chOff x="0" y="0"/>
          <a:chExt cx="0" cy="0"/>
        </a:xfrm>
      </p:grpSpPr>
      <p:sp>
        <p:nvSpPr>
          <p:cNvPr id="42" name="文本框"/>
          <p:cNvSpPr>
            <a:spLocks noGrp="1"/>
          </p:cNvSpPr>
          <p:nvPr>
            <p:ph type="dt" idx="10"/>
          </p:nvPr>
        </p:nvSpPr>
        <p:spPr>
          <a:xfrm>
            <a:off x="838200" y="6356349"/>
            <a:ext cx="2743200" cy="365125"/>
          </a:xfrm>
          <a:prstGeom prst="rect">
            <a:avLst/>
          </a:prstGeom>
          <a:noFill/>
          <a:ln w="12700" cap="flat" cmpd="sng">
            <a:noFill/>
            <a:prstDash val="solid"/>
            <a:round/>
          </a:ln>
        </p:spPr>
        <p:txBody>
          <a:bodyPr vert="horz" wrap="square" lIns="91425" tIns="45700" rIns="91425" bIns="45700" anchor="ctr" anchorCtr="0">
            <a:prstTxWarp prst="textNoShape">
              <a:avLst/>
            </a:prstTxWarp>
          </a:bodyPr>
          <a:lstStyle/>
          <a:p>
            <a:pPr algn="l">
              <a:lnSpc>
                <a:spcPct val="100000"/>
              </a:lnSpc>
              <a:spcBef>
                <a:spcPts val="0"/>
              </a:spcBef>
              <a:spcAft>
                <a:spcPts val="0"/>
              </a:spcAft>
              <a:buNone/>
            </a:pPr>
            <a:endParaRPr lang="zh-CN" altLang="en-US" sz="1200" b="0" i="0" u="none" strike="noStrike" cap="none">
              <a:solidFill>
                <a:srgbClr val="888888"/>
              </a:solidFill>
              <a:latin typeface="Calibri" charset="0"/>
              <a:ea typeface="Calibri" charset="0"/>
              <a:cs typeface="Calibri" charset="0"/>
              <a:sym typeface="Calibri" charset="0"/>
            </a:endParaRPr>
          </a:p>
        </p:txBody>
      </p:sp>
      <p:sp>
        <p:nvSpPr>
          <p:cNvPr id="43" name="文本框"/>
          <p:cNvSpPr>
            <a:spLocks noGrp="1"/>
          </p:cNvSpPr>
          <p:nvPr>
            <p:ph type="ftr"/>
          </p:nvPr>
        </p:nvSpPr>
        <p:spPr>
          <a:xfrm>
            <a:off x="4038600" y="6356349"/>
            <a:ext cx="4114800" cy="365125"/>
          </a:xfrm>
          <a:prstGeom prst="rect">
            <a:avLst/>
          </a:prstGeom>
          <a:noFill/>
          <a:ln w="12700" cap="flat" cmpd="sng">
            <a:noFill/>
            <a:prstDash val="solid"/>
            <a:round/>
          </a:ln>
        </p:spPr>
        <p:txBody>
          <a:bodyPr vert="horz" wrap="square" lIns="91425" tIns="45700" rIns="91425" bIns="45700" anchor="ctr" anchorCtr="0">
            <a:prstTxWarp prst="textNoShape">
              <a:avLst/>
            </a:prstTxWarp>
          </a:bodyPr>
          <a:lstStyle/>
          <a:p>
            <a:pPr algn="ctr">
              <a:lnSpc>
                <a:spcPct val="100000"/>
              </a:lnSpc>
              <a:spcBef>
                <a:spcPts val="0"/>
              </a:spcBef>
              <a:spcAft>
                <a:spcPts val="0"/>
              </a:spcAft>
              <a:buNone/>
            </a:pPr>
            <a:endParaRPr lang="zh-CN" altLang="en-US" sz="1200" b="0" i="0" u="none" strike="noStrike" cap="none">
              <a:solidFill>
                <a:srgbClr val="888888"/>
              </a:solidFill>
              <a:latin typeface="Calibri" charset="0"/>
              <a:ea typeface="Calibri" charset="0"/>
              <a:cs typeface="Calibri" charset="0"/>
              <a:sym typeface="Calibri" charset="0"/>
            </a:endParaRPr>
          </a:p>
        </p:txBody>
      </p:sp>
      <p:sp>
        <p:nvSpPr>
          <p:cNvPr id="44" name="文本框"/>
          <p:cNvSpPr>
            <a:spLocks noGrp="1"/>
          </p:cNvSpPr>
          <p:nvPr>
            <p:ph type="sldNum"/>
          </p:nvPr>
        </p:nvSpPr>
        <p:spPr>
          <a:xfrm>
            <a:off x="8610600" y="6356349"/>
            <a:ext cx="2743200" cy="365125"/>
          </a:xfrm>
          <a:prstGeom prst="rect">
            <a:avLst/>
          </a:prstGeom>
          <a:noFill/>
          <a:ln w="12700" cap="flat" cmpd="sng">
            <a:noFill/>
            <a:prstDash val="solid"/>
            <a:round/>
          </a:ln>
        </p:spPr>
        <p:txBody>
          <a:bodyPr vert="horz" wrap="square" lIns="91425" tIns="45700" rIns="91425" bIns="45700" anchor="ctr" anchorCtr="0">
            <a:prstTxWarp prst="textNoShape">
              <a:avLst/>
            </a:prstTxWarp>
          </a:bodyPr>
          <a:lstStyle/>
          <a:p>
            <a:pPr marL="0" indent="0" algn="r">
              <a:lnSpc>
                <a:spcPct val="100000"/>
              </a:lnSpc>
              <a:spcBef>
                <a:spcPts val="0"/>
              </a:spcBef>
              <a:spcAft>
                <a:spcPts val="0"/>
              </a:spcAft>
              <a:buNone/>
            </a:pPr>
            <a:fld id="{CAD2D6BD-DE1B-4B5F-8B41-2702339687B9}" type="slidenum">
              <a:rPr lang="en-US" altLang="zh-CN" sz="1200" b="0" i="0" u="none" strike="noStrike" kern="0" cap="none" spc="0" baseline="0">
                <a:solidFill>
                  <a:srgbClr val="888888"/>
                </a:solidFill>
                <a:latin typeface="Calibri" charset="0"/>
                <a:ea typeface="Calibri" charset="0"/>
                <a:cs typeface="Calibri" charset="0"/>
                <a:sym typeface="Calibri" charset="0"/>
              </a:rPr>
              <a:t>‹#›</a:t>
            </a:fld>
            <a:endParaRPr lang="zh-CN" altLang="en-US" sz="1200" b="0" i="0" u="none" strike="noStrike" cap="none">
              <a:solidFill>
                <a:srgbClr val="888888"/>
              </a:solidFill>
              <a:latin typeface="Calibri" charset="0"/>
              <a:ea typeface="Calibri" charset="0"/>
              <a:cs typeface="Calibri" charset="0"/>
              <a:sym typeface="Calibri" charset="0"/>
            </a:endParaRPr>
          </a:p>
        </p:txBody>
      </p:sp>
    </p:spTree>
    <p:extLst>
      <p:ext uri="{BB962C8B-B14F-4D97-AF65-F5344CB8AC3E}">
        <p14:creationId xmlns:p14="http://schemas.microsoft.com/office/powerpoint/2010/main" val="1462034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文本框"/>
          <p:cNvSpPr>
            <a:spLocks noGrp="1"/>
          </p:cNvSpPr>
          <p:nvPr>
            <p:ph type="title"/>
          </p:nvPr>
        </p:nvSpPr>
        <p:spPr>
          <a:xfrm>
            <a:off x="838200" y="365124"/>
            <a:ext cx="10515600" cy="1325562"/>
          </a:xfrm>
          <a:prstGeom prst="rect">
            <a:avLst/>
          </a:prstGeom>
          <a:noFill/>
          <a:ln w="12700" cap="flat" cmpd="sng">
            <a:noFill/>
            <a:prstDash val="solid"/>
            <a:round/>
          </a:ln>
        </p:spPr>
        <p:txBody>
          <a:bodyPr vert="horz" wrap="square" lIns="91425" tIns="45700" rIns="91425" bIns="45700" anchor="ctr" anchorCtr="0">
            <a:prstTxWarp prst="textNoShape">
              <a:avLst/>
            </a:prstTxWarp>
          </a:bodyPr>
          <a:lstStyle/>
          <a:p>
            <a:pPr algn="l">
              <a:lnSpc>
                <a:spcPct val="90000"/>
              </a:lnSpc>
              <a:spcBef>
                <a:spcPts val="0"/>
              </a:spcBef>
              <a:spcAft>
                <a:spcPts val="0"/>
              </a:spcAft>
              <a:buNone/>
            </a:pPr>
            <a:endParaRPr lang="zh-CN" altLang="en-US" sz="4400" b="0" i="0" u="none" strike="noStrike" cap="none">
              <a:solidFill>
                <a:srgbClr val="000000"/>
              </a:solidFill>
              <a:latin typeface="Calibri" charset="0"/>
              <a:ea typeface="Calibri" charset="0"/>
              <a:cs typeface="Calibri" charset="0"/>
              <a:sym typeface="Calibri" charset="0"/>
            </a:endParaRPr>
          </a:p>
        </p:txBody>
      </p:sp>
      <p:sp>
        <p:nvSpPr>
          <p:cNvPr id="3" name="文本框"/>
          <p:cNvSpPr>
            <a:spLocks noGrp="1"/>
          </p:cNvSpPr>
          <p:nvPr>
            <p:ph type="body" idx="1"/>
          </p:nvPr>
        </p:nvSpPr>
        <p:spPr>
          <a:xfrm>
            <a:off x="838200" y="1825625"/>
            <a:ext cx="10515600" cy="4351338"/>
          </a:xfrm>
          <a:prstGeom prst="rect">
            <a:avLst/>
          </a:prstGeom>
          <a:noFill/>
          <a:ln w="12700" cap="flat" cmpd="sng">
            <a:noFill/>
            <a:prstDash val="solid"/>
            <a:round/>
          </a:ln>
        </p:spPr>
        <p:txBody>
          <a:bodyPr vert="horz" wrap="square" lIns="91425" tIns="45700" rIns="91425" bIns="45700" anchor="t" anchorCtr="0">
            <a:prstTxWarp prst="textNoShape">
              <a:avLst/>
            </a:prstTxWarp>
          </a:bodyPr>
          <a:lstStyle/>
          <a:p>
            <a:pPr marL="457200" indent="-406400" algn="l">
              <a:lnSpc>
                <a:spcPct val="90000"/>
              </a:lnSpc>
              <a:spcBef>
                <a:spcPts val="1000"/>
              </a:spcBef>
              <a:spcAft>
                <a:spcPts val="0"/>
              </a:spcAft>
              <a:buClr>
                <a:srgbClr val="000000"/>
              </a:buClr>
              <a:buSzPts val="2800"/>
              <a:buFont typeface="Arial" charset="0"/>
              <a:buChar char="•"/>
            </a:pPr>
            <a:endParaRPr lang="zh-CN" altLang="en-US" sz="2800" b="0" i="0" u="none" strike="noStrike" cap="none">
              <a:solidFill>
                <a:srgbClr val="000000"/>
              </a:solidFill>
              <a:latin typeface="Calibri" charset="0"/>
              <a:ea typeface="Calibri" charset="0"/>
              <a:cs typeface="Calibri" charset="0"/>
              <a:sym typeface="Calibri" charset="0"/>
            </a:endParaRPr>
          </a:p>
        </p:txBody>
      </p:sp>
      <p:sp>
        <p:nvSpPr>
          <p:cNvPr id="4" name="文本框"/>
          <p:cNvSpPr>
            <a:spLocks noGrp="1"/>
          </p:cNvSpPr>
          <p:nvPr>
            <p:ph type="dt" idx="10"/>
          </p:nvPr>
        </p:nvSpPr>
        <p:spPr>
          <a:xfrm>
            <a:off x="838200" y="6356349"/>
            <a:ext cx="2743200" cy="365125"/>
          </a:xfrm>
          <a:prstGeom prst="rect">
            <a:avLst/>
          </a:prstGeom>
          <a:noFill/>
          <a:ln w="12700" cap="flat" cmpd="sng">
            <a:noFill/>
            <a:prstDash val="solid"/>
            <a:round/>
          </a:ln>
        </p:spPr>
        <p:txBody>
          <a:bodyPr vert="horz" wrap="square" lIns="91425" tIns="45700" rIns="91425" bIns="45700" anchor="ctr" anchorCtr="0">
            <a:prstTxWarp prst="textNoShape">
              <a:avLst/>
            </a:prstTxWarp>
          </a:bodyPr>
          <a:lstStyle/>
          <a:p>
            <a:pPr algn="l">
              <a:lnSpc>
                <a:spcPct val="100000"/>
              </a:lnSpc>
              <a:spcBef>
                <a:spcPts val="0"/>
              </a:spcBef>
              <a:spcAft>
                <a:spcPts val="0"/>
              </a:spcAft>
              <a:buNone/>
            </a:pPr>
            <a:endParaRPr lang="zh-CN" altLang="en-US" sz="1200" b="0" i="0" u="none" strike="noStrike" cap="none">
              <a:solidFill>
                <a:srgbClr val="888888"/>
              </a:solidFill>
              <a:latin typeface="Calibri" charset="0"/>
              <a:ea typeface="Calibri" charset="0"/>
              <a:cs typeface="Calibri" charset="0"/>
              <a:sym typeface="Calibri" charset="0"/>
            </a:endParaRPr>
          </a:p>
        </p:txBody>
      </p:sp>
      <p:sp>
        <p:nvSpPr>
          <p:cNvPr id="5" name="文本框"/>
          <p:cNvSpPr>
            <a:spLocks noGrp="1"/>
          </p:cNvSpPr>
          <p:nvPr>
            <p:ph type="ftr"/>
          </p:nvPr>
        </p:nvSpPr>
        <p:spPr>
          <a:xfrm>
            <a:off x="4038600" y="6356349"/>
            <a:ext cx="4114800" cy="365125"/>
          </a:xfrm>
          <a:prstGeom prst="rect">
            <a:avLst/>
          </a:prstGeom>
          <a:noFill/>
          <a:ln w="12700" cap="flat" cmpd="sng">
            <a:noFill/>
            <a:prstDash val="solid"/>
            <a:round/>
          </a:ln>
        </p:spPr>
        <p:txBody>
          <a:bodyPr vert="horz" wrap="square" lIns="91425" tIns="45700" rIns="91425" bIns="45700" anchor="ctr" anchorCtr="0">
            <a:prstTxWarp prst="textNoShape">
              <a:avLst/>
            </a:prstTxWarp>
          </a:bodyPr>
          <a:lstStyle/>
          <a:p>
            <a:pPr algn="ctr">
              <a:lnSpc>
                <a:spcPct val="100000"/>
              </a:lnSpc>
              <a:spcBef>
                <a:spcPts val="0"/>
              </a:spcBef>
              <a:spcAft>
                <a:spcPts val="0"/>
              </a:spcAft>
              <a:buNone/>
            </a:pPr>
            <a:endParaRPr lang="zh-CN" altLang="en-US" sz="1200" b="0" i="0" u="none" strike="noStrike" cap="none">
              <a:solidFill>
                <a:srgbClr val="888888"/>
              </a:solidFill>
              <a:latin typeface="Calibri" charset="0"/>
              <a:ea typeface="Calibri" charset="0"/>
              <a:cs typeface="Calibri" charset="0"/>
              <a:sym typeface="Calibri" charset="0"/>
            </a:endParaRPr>
          </a:p>
        </p:txBody>
      </p:sp>
      <p:sp>
        <p:nvSpPr>
          <p:cNvPr id="6" name="文本框"/>
          <p:cNvSpPr>
            <a:spLocks noGrp="1"/>
          </p:cNvSpPr>
          <p:nvPr>
            <p:ph type="sldNum"/>
          </p:nvPr>
        </p:nvSpPr>
        <p:spPr>
          <a:xfrm>
            <a:off x="8610600" y="6356349"/>
            <a:ext cx="2743200" cy="365125"/>
          </a:xfrm>
          <a:prstGeom prst="rect">
            <a:avLst/>
          </a:prstGeom>
          <a:noFill/>
          <a:ln w="12700" cap="flat" cmpd="sng">
            <a:noFill/>
            <a:prstDash val="solid"/>
            <a:round/>
          </a:ln>
        </p:spPr>
        <p:txBody>
          <a:bodyPr vert="horz" wrap="square" lIns="91425" tIns="45700" rIns="91425" bIns="45700" anchor="ctr" anchorCtr="0">
            <a:prstTxWarp prst="textNoShape">
              <a:avLst/>
            </a:prstTxWarp>
          </a:bodyPr>
          <a:lstStyle/>
          <a:p>
            <a:pPr marL="0" indent="0" algn="r">
              <a:lnSpc>
                <a:spcPct val="100000"/>
              </a:lnSpc>
              <a:spcBef>
                <a:spcPts val="0"/>
              </a:spcBef>
              <a:spcAft>
                <a:spcPts val="0"/>
              </a:spcAft>
              <a:buNone/>
            </a:pPr>
            <a:fld id="{CAD2D6BD-DE1B-4B5F-8B41-2702339687B9}" type="slidenum">
              <a:rPr lang="en-US" altLang="zh-CN" sz="1200" b="0" i="0" u="none" strike="noStrike" kern="0" cap="none" spc="0" baseline="0">
                <a:solidFill>
                  <a:srgbClr val="888888"/>
                </a:solidFill>
                <a:latin typeface="Calibri" charset="0"/>
                <a:ea typeface="Calibri" charset="0"/>
                <a:cs typeface="Calibri" charset="0"/>
                <a:sym typeface="Calibri" charset="0"/>
              </a:rPr>
              <a:t>‹#›</a:t>
            </a:fld>
            <a:endParaRPr lang="zh-CN" altLang="en-US" sz="1200" b="0" i="0" u="none" strike="noStrike" cap="none">
              <a:solidFill>
                <a:srgbClr val="888888"/>
              </a:solidFill>
              <a:latin typeface="Calibri" charset="0"/>
              <a:ea typeface="Calibri" charset="0"/>
              <a:cs typeface="Calibri" charset="0"/>
              <a:sym typeface="Calibri" charset="0"/>
            </a:endParaRPr>
          </a:p>
        </p:txBody>
      </p:sp>
    </p:spTree>
    <p:extLst>
      <p:ext uri="{BB962C8B-B14F-4D97-AF65-F5344CB8AC3E}">
        <p14:creationId xmlns:p14="http://schemas.microsoft.com/office/powerpoint/2010/main" val="2125880162"/>
      </p:ext>
    </p:extLst>
  </p:cSld>
  <p:clrMap bg1="lt1" tx1="dk1" bg2="lt2" tx2="dk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Lst>
  <p:hf sldNum="0" hdr="0" ftr="0" dt="0"/>
  <p:txStyles>
    <p:titleStyle>
      <a:lvl1pPr algn="l" defTabSz="914400" fontAlgn="auto" hangingPunct="1">
        <a:lnSpc>
          <a:spcPct val="100000"/>
        </a:lnSpc>
        <a:spcBef>
          <a:spcPts val="0"/>
        </a:spcBef>
        <a:spcAft>
          <a:spcPts val="0"/>
        </a:spcAft>
        <a:buNone/>
        <a:defRPr sz="1400" b="0" i="0" u="none" strike="noStrike" cap="none">
          <a:solidFill>
            <a:srgbClr val="000000"/>
          </a:solidFill>
          <a:latin typeface="Arial" charset="0"/>
          <a:ea typeface="Arial" charset="0"/>
          <a:cs typeface="Arial" charset="0"/>
        </a:defRPr>
      </a:lvl1pPr>
    </p:titleStyle>
    <p:bodyStyle>
      <a:lvl1pPr algn="l" defTabSz="914400" fontAlgn="auto" hangingPunct="1">
        <a:lnSpc>
          <a:spcPct val="100000"/>
        </a:lnSpc>
        <a:spcBef>
          <a:spcPts val="0"/>
        </a:spcBef>
        <a:spcAft>
          <a:spcPts val="0"/>
        </a:spcAft>
        <a:buNone/>
        <a:defRPr sz="1400" b="0" i="0" u="none" strike="noStrike" cap="none">
          <a:solidFill>
            <a:srgbClr val="000000"/>
          </a:solidFill>
          <a:latin typeface="Arial" charset="0"/>
          <a:ea typeface="Arial" charset="0"/>
          <a:cs typeface="Arial" charset="0"/>
        </a:defRPr>
      </a:lvl1pPr>
      <a:lvl2pPr algn="l" defTabSz="914400" fontAlgn="auto" hangingPunct="1">
        <a:lnSpc>
          <a:spcPct val="100000"/>
        </a:lnSpc>
        <a:spcBef>
          <a:spcPts val="0"/>
        </a:spcBef>
        <a:spcAft>
          <a:spcPts val="0"/>
        </a:spcAft>
        <a:buNone/>
        <a:defRPr sz="1400" b="0" i="0" u="none" strike="noStrike" cap="none">
          <a:solidFill>
            <a:srgbClr val="000000"/>
          </a:solidFill>
          <a:latin typeface="Arial" charset="0"/>
          <a:ea typeface="Arial" charset="0"/>
          <a:cs typeface="Arial" charset="0"/>
        </a:defRPr>
      </a:lvl2pPr>
      <a:lvl3pPr algn="l" defTabSz="914400" fontAlgn="auto" hangingPunct="1">
        <a:lnSpc>
          <a:spcPct val="100000"/>
        </a:lnSpc>
        <a:spcBef>
          <a:spcPts val="0"/>
        </a:spcBef>
        <a:spcAft>
          <a:spcPts val="0"/>
        </a:spcAft>
        <a:buNone/>
        <a:defRPr sz="1400" b="0" i="0" u="none" strike="noStrike" cap="none">
          <a:solidFill>
            <a:srgbClr val="000000"/>
          </a:solidFill>
          <a:latin typeface="Arial" charset="0"/>
          <a:ea typeface="Arial" charset="0"/>
          <a:cs typeface="Arial" charset="0"/>
        </a:defRPr>
      </a:lvl3pPr>
      <a:lvl4pPr algn="l" defTabSz="914400" fontAlgn="auto" hangingPunct="1">
        <a:lnSpc>
          <a:spcPct val="100000"/>
        </a:lnSpc>
        <a:spcBef>
          <a:spcPts val="0"/>
        </a:spcBef>
        <a:spcAft>
          <a:spcPts val="0"/>
        </a:spcAft>
        <a:buNone/>
        <a:defRPr sz="1400" b="0" i="0" u="none" strike="noStrike" cap="none">
          <a:solidFill>
            <a:srgbClr val="000000"/>
          </a:solidFill>
          <a:latin typeface="Arial" charset="0"/>
          <a:ea typeface="Arial" charset="0"/>
          <a:cs typeface="Arial" charset="0"/>
        </a:defRPr>
      </a:lvl4pPr>
      <a:lvl5pPr algn="l" defTabSz="914400" fontAlgn="auto" hangingPunct="1">
        <a:lnSpc>
          <a:spcPct val="100000"/>
        </a:lnSpc>
        <a:spcBef>
          <a:spcPts val="0"/>
        </a:spcBef>
        <a:spcAft>
          <a:spcPts val="0"/>
        </a:spcAft>
        <a:buNone/>
        <a:defRPr sz="1400" b="0" i="0" u="none" strike="noStrike" cap="none">
          <a:solidFill>
            <a:srgbClr val="000000"/>
          </a:solidFill>
          <a:latin typeface="Arial" charset="0"/>
          <a:ea typeface="Arial" charset="0"/>
          <a:cs typeface="Arial" charset="0"/>
        </a:defRPr>
      </a:lvl5pPr>
      <a:lvl6pPr algn="l" defTabSz="914400" fontAlgn="auto" hangingPunct="1">
        <a:lnSpc>
          <a:spcPct val="100000"/>
        </a:lnSpc>
        <a:spcBef>
          <a:spcPts val="0"/>
        </a:spcBef>
        <a:spcAft>
          <a:spcPts val="0"/>
        </a:spcAft>
        <a:buNone/>
        <a:defRPr sz="1400" b="0" i="0" u="none" strike="noStrike" cap="none">
          <a:solidFill>
            <a:srgbClr val="000000"/>
          </a:solidFill>
          <a:latin typeface="Arial" charset="0"/>
          <a:ea typeface="Arial" charset="0"/>
          <a:cs typeface="Arial" charset="0"/>
        </a:defRPr>
      </a:lvl6pPr>
      <a:lvl7pPr algn="l" defTabSz="914400" fontAlgn="auto" hangingPunct="1">
        <a:lnSpc>
          <a:spcPct val="100000"/>
        </a:lnSpc>
        <a:spcBef>
          <a:spcPts val="0"/>
        </a:spcBef>
        <a:spcAft>
          <a:spcPts val="0"/>
        </a:spcAft>
        <a:buNone/>
        <a:defRPr sz="1400" b="0" i="0" u="none" strike="noStrike" cap="none">
          <a:solidFill>
            <a:srgbClr val="000000"/>
          </a:solidFill>
          <a:latin typeface="Arial" charset="0"/>
          <a:ea typeface="Arial" charset="0"/>
          <a:cs typeface="Arial" charset="0"/>
        </a:defRPr>
      </a:lvl7pPr>
      <a:lvl8pPr algn="l" defTabSz="914400" fontAlgn="auto" hangingPunct="1">
        <a:lnSpc>
          <a:spcPct val="100000"/>
        </a:lnSpc>
        <a:spcBef>
          <a:spcPts val="0"/>
        </a:spcBef>
        <a:spcAft>
          <a:spcPts val="0"/>
        </a:spcAft>
        <a:buNone/>
        <a:defRPr sz="1400" b="0" i="0" u="none" strike="noStrike" cap="none">
          <a:solidFill>
            <a:srgbClr val="000000"/>
          </a:solidFill>
          <a:latin typeface="Arial" charset="0"/>
          <a:ea typeface="Arial" charset="0"/>
          <a:cs typeface="Arial" charset="0"/>
        </a:defRPr>
      </a:lvl8pPr>
      <a:lvl9pPr algn="l" defTabSz="914400" fontAlgn="auto" hangingPunct="1">
        <a:lnSpc>
          <a:spcPct val="100000"/>
        </a:lnSpc>
        <a:spcBef>
          <a:spcPts val="0"/>
        </a:spcBef>
        <a:spcAft>
          <a:spcPts val="0"/>
        </a:spcAft>
        <a:buNone/>
        <a:defRPr sz="1400" b="0" i="0" u="none" strike="noStrike" cap="none">
          <a:solidFill>
            <a:srgbClr val="000000"/>
          </a:solidFill>
          <a:latin typeface="Arial" charset="0"/>
          <a:ea typeface="Arial" charset="0"/>
          <a:cs typeface="Arial"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1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 name="矩形"/>
          <p:cNvSpPr>
            <a:spLocks/>
          </p:cNvSpPr>
          <p:nvPr/>
        </p:nvSpPr>
        <p:spPr>
          <a:xfrm>
            <a:off x="2265807" y="2450425"/>
            <a:ext cx="7026909" cy="1829816"/>
          </a:xfrm>
          <a:prstGeom prst="rect">
            <a:avLst/>
          </a:prstGeom>
          <a:noFill/>
          <a:ln w="12700" cap="flat" cmpd="sng">
            <a:noFill/>
            <a:prstDash val="solid"/>
            <a:round/>
          </a:ln>
        </p:spPr>
        <p:txBody>
          <a:bodyPr vert="horz" wrap="square" lIns="0" tIns="60325" rIns="0" bIns="0" anchor="t" anchorCtr="0">
            <a:prstTxWarp prst="textNoShape">
              <a:avLst/>
            </a:prstTxWarp>
            <a:spAutoFit/>
          </a:bodyPr>
          <a:lstStyle/>
          <a:p>
            <a:pPr marL="12065" indent="0" algn="ctr">
              <a:lnSpc>
                <a:spcPct val="104999"/>
              </a:lnSpc>
              <a:spcBef>
                <a:spcPts val="0"/>
              </a:spcBef>
              <a:spcAft>
                <a:spcPts val="0"/>
              </a:spcAft>
              <a:buNone/>
            </a:pPr>
            <a:r>
              <a:rPr lang="en-US" altLang="zh-CN" sz="2400" b="1" i="0" u="none" strike="noStrike" kern="0" cap="none" spc="0" baseline="0" dirty="0">
                <a:solidFill>
                  <a:srgbClr val="000000"/>
                </a:solidFill>
                <a:latin typeface="Times New Roman" charset="0"/>
                <a:ea typeface="Times New Roman" charset="0"/>
                <a:cs typeface="Times New Roman" charset="0"/>
                <a:sym typeface="Times New Roman" charset="0"/>
              </a:rPr>
              <a:t>DEPARTMENT OF ARTIFICIAL INTELLIGENCE AND MACHINE LEARNING</a:t>
            </a:r>
            <a:endParaRPr lang="en-US" altLang="zh-CN" sz="2400" b="0" i="0" u="none" strike="noStrike" kern="0" cap="none" spc="0" baseline="0" dirty="0">
              <a:solidFill>
                <a:srgbClr val="000000"/>
              </a:solidFill>
              <a:latin typeface="Times New Roman" charset="0"/>
              <a:ea typeface="Times New Roman" charset="0"/>
              <a:cs typeface="Times New Roman" charset="0"/>
              <a:sym typeface="Times New Roman" charset="0"/>
            </a:endParaRPr>
          </a:p>
          <a:p>
            <a:pPr marL="0" indent="0" algn="ctr">
              <a:lnSpc>
                <a:spcPct val="98000"/>
              </a:lnSpc>
              <a:spcBef>
                <a:spcPts val="0"/>
              </a:spcBef>
              <a:spcAft>
                <a:spcPts val="0"/>
              </a:spcAft>
              <a:buNone/>
            </a:pPr>
            <a:r>
              <a:rPr lang="en-US" altLang="zh-CN" sz="2400" b="1" i="0" u="none" strike="noStrike" kern="0" cap="none" spc="0" baseline="0" dirty="0">
                <a:solidFill>
                  <a:srgbClr val="000000"/>
                </a:solidFill>
                <a:latin typeface="Times New Roman" charset="0"/>
                <a:ea typeface="Times New Roman" charset="0"/>
                <a:cs typeface="Times New Roman" charset="0"/>
                <a:sym typeface="Times New Roman" charset="0"/>
              </a:rPr>
              <a:t>AGI1242 – MACHINE LEARNING TECHNIQUES</a:t>
            </a:r>
            <a:endParaRPr lang="en-US" altLang="zh-CN" sz="2400" b="0" i="0" u="none" strike="noStrike" kern="0" cap="none" spc="0" baseline="0" dirty="0">
              <a:solidFill>
                <a:srgbClr val="000000"/>
              </a:solidFill>
              <a:latin typeface="Times New Roman" charset="0"/>
              <a:ea typeface="Times New Roman" charset="0"/>
              <a:cs typeface="Times New Roman" charset="0"/>
              <a:sym typeface="Times New Roman" charset="0"/>
            </a:endParaRPr>
          </a:p>
          <a:p>
            <a:pPr marL="0" indent="0" algn="ctr">
              <a:lnSpc>
                <a:spcPct val="100000"/>
              </a:lnSpc>
              <a:spcBef>
                <a:spcPts val="2305"/>
              </a:spcBef>
              <a:spcAft>
                <a:spcPts val="0"/>
              </a:spcAft>
              <a:buNone/>
            </a:pPr>
            <a:r>
              <a:rPr lang="en-US" altLang="zh-CN" sz="2400" b="1" i="0" u="none" strike="noStrike" kern="0" cap="none" spc="0" baseline="0" dirty="0">
                <a:solidFill>
                  <a:srgbClr val="000000"/>
                </a:solidFill>
                <a:latin typeface="Times New Roman" charset="0"/>
                <a:ea typeface="Times New Roman" charset="0"/>
                <a:cs typeface="Times New Roman" charset="0"/>
                <a:sym typeface="Times New Roman" charset="0"/>
              </a:rPr>
              <a:t>BATCH - 12</a:t>
            </a:r>
            <a:endParaRPr lang="zh-CN" altLang="en-US" sz="2400" b="0" i="0" u="none" strike="noStrike" kern="0" cap="none" spc="0" baseline="0" dirty="0">
              <a:solidFill>
                <a:srgbClr val="000000"/>
              </a:solidFill>
              <a:latin typeface="Times New Roman" charset="0"/>
              <a:ea typeface="Times New Roman" charset="0"/>
              <a:cs typeface="Times New Roman" charset="0"/>
              <a:sym typeface="Times New Roman" charset="0"/>
            </a:endParaRPr>
          </a:p>
        </p:txBody>
      </p:sp>
      <p:sp>
        <p:nvSpPr>
          <p:cNvPr id="17" name="矩形"/>
          <p:cNvSpPr>
            <a:spLocks/>
          </p:cNvSpPr>
          <p:nvPr/>
        </p:nvSpPr>
        <p:spPr>
          <a:xfrm>
            <a:off x="586206" y="4280241"/>
            <a:ext cx="3003550" cy="2155174"/>
          </a:xfrm>
          <a:prstGeom prst="rect">
            <a:avLst/>
          </a:prstGeom>
          <a:noFill/>
          <a:ln w="12700" cap="flat" cmpd="sng">
            <a:noFill/>
            <a:prstDash val="solid"/>
            <a:round/>
          </a:ln>
        </p:spPr>
        <p:txBody>
          <a:bodyPr vert="horz" wrap="square" lIns="0" tIns="12050" rIns="0" bIns="0" anchor="t" anchorCtr="0">
            <a:prstTxWarp prst="textNoShape">
              <a:avLst/>
            </a:prstTxWarp>
            <a:spAutoFit/>
          </a:bodyPr>
          <a:lstStyle/>
          <a:p>
            <a:pPr marL="12065" indent="-635" algn="l">
              <a:lnSpc>
                <a:spcPct val="100000"/>
              </a:lnSpc>
              <a:spcBef>
                <a:spcPts val="0"/>
              </a:spcBef>
              <a:spcAft>
                <a:spcPts val="0"/>
              </a:spcAft>
              <a:buNone/>
            </a:pPr>
            <a:r>
              <a:rPr lang="en-US" altLang="zh-CN" sz="2800" b="1" i="0" u="none" strike="noStrike" kern="0" cap="none" spc="0" baseline="0" dirty="0">
                <a:solidFill>
                  <a:srgbClr val="000000"/>
                </a:solidFill>
                <a:latin typeface="Times New Roman" charset="0"/>
                <a:ea typeface="Times New Roman" charset="0"/>
                <a:cs typeface="Times New Roman" charset="0"/>
                <a:sym typeface="Times New Roman" charset="0"/>
              </a:rPr>
              <a:t>Presented by :</a:t>
            </a:r>
          </a:p>
          <a:p>
            <a:pPr marL="0" indent="0" algn="l">
              <a:lnSpc>
                <a:spcPct val="100000"/>
              </a:lnSpc>
              <a:spcBef>
                <a:spcPts val="0"/>
              </a:spcBef>
              <a:spcAft>
                <a:spcPts val="0"/>
              </a:spcAft>
              <a:buNone/>
            </a:pPr>
            <a:r>
              <a:rPr lang="en-US" altLang="zh-CN" sz="2800" b="1" i="0" u="none" strike="noStrike" kern="0" cap="none" spc="0" baseline="0" dirty="0" err="1">
                <a:solidFill>
                  <a:srgbClr val="232323"/>
                </a:solidFill>
                <a:latin typeface="Times New Roman" charset="0"/>
                <a:ea typeface="Arial" charset="0"/>
                <a:cs typeface="Arial" charset="0"/>
                <a:sym typeface="Arial" charset="0"/>
              </a:rPr>
              <a:t>Priyadhars</a:t>
            </a:r>
            <a:r>
              <a:rPr lang="en-US" altLang="zh-CN" sz="2800" b="1" i="0" u="none" strike="noStrike" kern="0" cap="none" spc="0" baseline="0" dirty="0" err="1">
                <a:solidFill>
                  <a:srgbClr val="232323"/>
                </a:solidFill>
                <a:latin typeface="Times New Roman" charset="0"/>
                <a:ea typeface="Arial" charset="0"/>
                <a:cs typeface="Arial" charset="0"/>
              </a:rPr>
              <a:t>h</a:t>
            </a:r>
            <a:r>
              <a:rPr lang="en-US" altLang="zh-CN" sz="2800" b="1" i="0" u="none" strike="noStrike" kern="0" cap="none" spc="0" baseline="0" dirty="0" err="1">
                <a:solidFill>
                  <a:srgbClr val="232323"/>
                </a:solidFill>
                <a:latin typeface="Times New Roman" charset="0"/>
                <a:ea typeface="Arial" charset="0"/>
                <a:cs typeface="Arial" charset="0"/>
                <a:sym typeface="Arial" charset="0"/>
              </a:rPr>
              <a:t>ini</a:t>
            </a:r>
            <a:r>
              <a:rPr lang="en-US" altLang="zh-CN" sz="2800" b="1" i="0" u="none" strike="noStrike" kern="0" cap="none" spc="0" baseline="0" dirty="0">
                <a:solidFill>
                  <a:srgbClr val="232323"/>
                </a:solidFill>
                <a:latin typeface="Times New Roman" charset="0"/>
                <a:ea typeface="Arial" charset="0"/>
                <a:cs typeface="Arial" charset="0"/>
                <a:sym typeface="Arial" charset="0"/>
              </a:rPr>
              <a:t> P</a:t>
            </a:r>
          </a:p>
          <a:p>
            <a:pPr marL="0" indent="0" algn="l">
              <a:lnSpc>
                <a:spcPct val="100000"/>
              </a:lnSpc>
              <a:spcBef>
                <a:spcPts val="0"/>
              </a:spcBef>
              <a:spcAft>
                <a:spcPts val="0"/>
              </a:spcAft>
              <a:buNone/>
            </a:pPr>
            <a:r>
              <a:rPr lang="en-US" altLang="zh-CN" sz="2800" b="1" i="0" u="none" strike="noStrike" kern="0" cap="none" spc="0" baseline="0" dirty="0" err="1">
                <a:solidFill>
                  <a:srgbClr val="232323"/>
                </a:solidFill>
                <a:latin typeface="Times New Roman" charset="0"/>
                <a:ea typeface="Arial" charset="0"/>
                <a:cs typeface="Arial" charset="0"/>
                <a:sym typeface="Arial" charset="0"/>
              </a:rPr>
              <a:t>Priyal</a:t>
            </a:r>
            <a:r>
              <a:rPr lang="en-US" altLang="zh-CN" sz="2800" b="1" i="0" u="none" strike="noStrike" kern="0" cap="none" spc="0" baseline="0" dirty="0">
                <a:solidFill>
                  <a:srgbClr val="232323"/>
                </a:solidFill>
                <a:latin typeface="Times New Roman" charset="0"/>
                <a:ea typeface="Arial" charset="0"/>
                <a:cs typeface="Arial" charset="0"/>
                <a:sym typeface="Arial" charset="0"/>
              </a:rPr>
              <a:t> </a:t>
            </a:r>
            <a:r>
              <a:rPr lang="en-US" altLang="zh-CN" sz="2800" b="1" i="0" u="none" strike="noStrike" kern="0" cap="none" spc="0" baseline="0" dirty="0" err="1">
                <a:solidFill>
                  <a:srgbClr val="232323"/>
                </a:solidFill>
                <a:latin typeface="Times New Roman" charset="0"/>
                <a:ea typeface="Arial" charset="0"/>
                <a:cs typeface="Arial" charset="0"/>
                <a:sym typeface="Arial" charset="0"/>
              </a:rPr>
              <a:t>Nikitha</a:t>
            </a:r>
            <a:r>
              <a:rPr lang="en-US" altLang="zh-CN" sz="2800" b="1" i="0" u="none" strike="noStrike" kern="0" cap="none" spc="0" baseline="0" dirty="0">
                <a:solidFill>
                  <a:srgbClr val="232323"/>
                </a:solidFill>
                <a:latin typeface="Times New Roman" charset="0"/>
                <a:ea typeface="Arial" charset="0"/>
                <a:cs typeface="Arial" charset="0"/>
                <a:sym typeface="Arial" charset="0"/>
              </a:rPr>
              <a:t> V
</a:t>
            </a:r>
            <a:r>
              <a:rPr lang="en-US" altLang="zh-CN" sz="2800" b="1" i="0" u="none" strike="noStrike" kern="0" cap="none" spc="0" baseline="0" dirty="0" err="1">
                <a:solidFill>
                  <a:srgbClr val="232323"/>
                </a:solidFill>
                <a:latin typeface="Times New Roman" charset="0"/>
                <a:ea typeface="Arial" charset="0"/>
                <a:cs typeface="Arial" charset="0"/>
                <a:sym typeface="Arial" charset="0"/>
              </a:rPr>
              <a:t>Rangarajan</a:t>
            </a:r>
            <a:r>
              <a:rPr lang="en-US" altLang="zh-CN" sz="2800" b="1" i="0" u="none" strike="noStrike" kern="0" cap="none" spc="0" baseline="0" dirty="0">
                <a:solidFill>
                  <a:srgbClr val="232323"/>
                </a:solidFill>
                <a:latin typeface="Times New Roman" charset="0"/>
                <a:ea typeface="Arial" charset="0"/>
                <a:cs typeface="Arial" charset="0"/>
                <a:sym typeface="Arial" charset="0"/>
              </a:rPr>
              <a:t> K
</a:t>
            </a:r>
            <a:r>
              <a:rPr lang="en-US" altLang="zh-CN" sz="2800" b="1" i="0" u="none" strike="noStrike" kern="0" cap="none" spc="0" baseline="0" dirty="0" err="1">
                <a:solidFill>
                  <a:srgbClr val="232323"/>
                </a:solidFill>
                <a:latin typeface="Times New Roman" charset="0"/>
                <a:ea typeface="Arial" charset="0"/>
                <a:cs typeface="Arial" charset="0"/>
                <a:sym typeface="Arial" charset="0"/>
              </a:rPr>
              <a:t>Sakthi</a:t>
            </a:r>
            <a:r>
              <a:rPr lang="en-US" altLang="zh-CN" sz="2800" b="1" i="0" u="none" strike="noStrike" kern="0" cap="none" spc="0" baseline="0" dirty="0">
                <a:solidFill>
                  <a:srgbClr val="232323"/>
                </a:solidFill>
                <a:latin typeface="Times New Roman" charset="0"/>
                <a:ea typeface="Arial" charset="0"/>
                <a:cs typeface="Arial" charset="0"/>
                <a:sym typeface="Arial" charset="0"/>
              </a:rPr>
              <a:t> </a:t>
            </a:r>
            <a:r>
              <a:rPr lang="en-US" altLang="zh-CN" sz="2800" b="1" i="0" u="none" strike="noStrike" kern="0" cap="none" spc="0" baseline="0" dirty="0" err="1">
                <a:solidFill>
                  <a:srgbClr val="232323"/>
                </a:solidFill>
                <a:latin typeface="Times New Roman" charset="0"/>
                <a:ea typeface="Arial" charset="0"/>
                <a:cs typeface="Arial" charset="0"/>
                <a:sym typeface="Arial" charset="0"/>
              </a:rPr>
              <a:t>Vel</a:t>
            </a:r>
            <a:r>
              <a:rPr lang="en-US" altLang="zh-CN" sz="2800" b="1" i="0" u="none" strike="noStrike" kern="0" cap="none" spc="0" baseline="0" dirty="0">
                <a:solidFill>
                  <a:srgbClr val="232323"/>
                </a:solidFill>
                <a:latin typeface="Times New Roman" charset="0"/>
                <a:ea typeface="Arial" charset="0"/>
                <a:cs typeface="Arial" charset="0"/>
                <a:sym typeface="Arial" charset="0"/>
              </a:rPr>
              <a:t> J</a:t>
            </a:r>
            <a:endParaRPr lang="zh-CN" altLang="en-US" sz="2800" b="1" i="0" u="none" strike="noStrike" kern="0" cap="none" spc="0" baseline="0" dirty="0">
              <a:solidFill>
                <a:srgbClr val="232323"/>
              </a:solidFill>
              <a:latin typeface="Times New Roman" charset="0"/>
              <a:ea typeface="Arial" charset="0"/>
              <a:cs typeface="Arial" charset="0"/>
              <a:sym typeface="Arial" charset="0"/>
            </a:endParaRPr>
          </a:p>
        </p:txBody>
      </p:sp>
      <p:sp>
        <p:nvSpPr>
          <p:cNvPr id="18" name="矩形"/>
          <p:cNvSpPr>
            <a:spLocks/>
          </p:cNvSpPr>
          <p:nvPr/>
        </p:nvSpPr>
        <p:spPr>
          <a:xfrm>
            <a:off x="6117512" y="4765984"/>
            <a:ext cx="5777942" cy="1796431"/>
          </a:xfrm>
          <a:prstGeom prst="rect">
            <a:avLst/>
          </a:prstGeom>
          <a:noFill/>
          <a:ln w="12700" cap="flat" cmpd="sng">
            <a:noFill/>
            <a:prstDash val="solid"/>
            <a:round/>
          </a:ln>
        </p:spPr>
        <p:txBody>
          <a:bodyPr vert="horz" wrap="square" lIns="0" tIns="12050" rIns="0" bIns="0" anchor="t" anchorCtr="0">
            <a:prstTxWarp prst="textNoShape">
              <a:avLst/>
            </a:prstTxWarp>
            <a:spAutoFit/>
          </a:bodyPr>
          <a:lstStyle/>
          <a:p>
            <a:pPr marL="12700" indent="0" algn="l">
              <a:lnSpc>
                <a:spcPct val="100000"/>
              </a:lnSpc>
              <a:spcBef>
                <a:spcPts val="0"/>
              </a:spcBef>
              <a:spcAft>
                <a:spcPts val="0"/>
              </a:spcAft>
              <a:buNone/>
            </a:pPr>
            <a:r>
              <a:rPr lang="en-US" altLang="zh-CN" sz="2800" b="1" i="0" u="none" strike="noStrike" kern="0" cap="none" spc="0" baseline="0" dirty="0">
                <a:solidFill>
                  <a:srgbClr val="000000"/>
                </a:solidFill>
                <a:latin typeface="Times New Roman" charset="0"/>
                <a:ea typeface="Times New Roman" charset="0"/>
                <a:cs typeface="Times New Roman" charset="0"/>
                <a:sym typeface="Times New Roman" charset="0"/>
              </a:rPr>
              <a:t>Guided by </a:t>
            </a:r>
            <a:r>
              <a:rPr lang="en-US" altLang="zh-CN" sz="2800" b="1" i="0" u="none" strike="noStrike" kern="0" cap="none" spc="0" baseline="0" dirty="0">
                <a:solidFill>
                  <a:srgbClr val="44536A"/>
                </a:solidFill>
                <a:latin typeface="Times New Roman" charset="0"/>
                <a:ea typeface="Times New Roman" charset="0"/>
                <a:cs typeface="Times New Roman" charset="0"/>
                <a:sym typeface="Times New Roman" charset="0"/>
              </a:rPr>
              <a:t>: </a:t>
            </a:r>
          </a:p>
          <a:p>
            <a:pPr marL="12700" indent="0" algn="l">
              <a:lnSpc>
                <a:spcPct val="100000"/>
              </a:lnSpc>
              <a:spcBef>
                <a:spcPts val="95"/>
              </a:spcBef>
              <a:spcAft>
                <a:spcPts val="0"/>
              </a:spcAft>
              <a:buNone/>
            </a:pPr>
            <a:r>
              <a:rPr lang="en-US" altLang="zh-CN" sz="2800" b="1" i="0" u="none" strike="noStrike" kern="0" cap="none" spc="0" baseline="0" dirty="0">
                <a:solidFill>
                  <a:srgbClr val="000000"/>
                </a:solidFill>
                <a:latin typeface="Times New Roman" charset="0"/>
                <a:ea typeface="Times New Roman" charset="0"/>
                <a:cs typeface="Times New Roman" charset="0"/>
                <a:sym typeface="Times New Roman" charset="0"/>
              </a:rPr>
              <a:t>Mr.</a:t>
            </a:r>
            <a:r>
              <a:rPr lang="en-US" altLang="zh-CN" sz="2800" b="0" i="0" u="none" strike="noStrike" kern="0" cap="none" spc="0" baseline="0" dirty="0">
                <a:solidFill>
                  <a:srgbClr val="000000"/>
                </a:solidFill>
                <a:latin typeface="Arial" charset="0"/>
                <a:ea typeface="Arial" charset="0"/>
                <a:cs typeface="Arial" charset="0"/>
                <a:sym typeface="Arial" charset="0"/>
              </a:rPr>
              <a:t> </a:t>
            </a:r>
            <a:r>
              <a:rPr lang="en-US" altLang="zh-CN" sz="2800" b="1" i="0" u="none" strike="noStrike" kern="0" cap="none" spc="0" baseline="0" dirty="0">
                <a:solidFill>
                  <a:srgbClr val="000000"/>
                </a:solidFill>
                <a:latin typeface="Times New Roman" charset="0"/>
                <a:ea typeface="Times New Roman" charset="0"/>
                <a:cs typeface="Times New Roman" charset="0"/>
                <a:sym typeface="Times New Roman" charset="0"/>
              </a:rPr>
              <a:t>A. Joshua </a:t>
            </a:r>
            <a:r>
              <a:rPr lang="en-US" altLang="zh-CN" sz="2800" b="1" i="0" u="none" strike="noStrike" kern="0" cap="none" spc="0" baseline="0" dirty="0" err="1">
                <a:solidFill>
                  <a:srgbClr val="000000"/>
                </a:solidFill>
                <a:latin typeface="Times New Roman" charset="0"/>
                <a:ea typeface="Times New Roman" charset="0"/>
                <a:cs typeface="Times New Roman" charset="0"/>
                <a:sym typeface="Times New Roman" charset="0"/>
              </a:rPr>
              <a:t>Issac</a:t>
            </a:r>
            <a:r>
              <a:rPr lang="en-US" altLang="zh-CN" sz="2800" b="1" i="0" u="none" strike="noStrike" kern="0" cap="none" spc="0" baseline="0" dirty="0">
                <a:solidFill>
                  <a:srgbClr val="000000"/>
                </a:solidFill>
                <a:latin typeface="Times New Roman" charset="0"/>
                <a:ea typeface="Times New Roman" charset="0"/>
                <a:cs typeface="Times New Roman" charset="0"/>
                <a:sym typeface="Times New Roman" charset="0"/>
              </a:rPr>
              <a:t> </a:t>
            </a:r>
            <a:r>
              <a:rPr lang="en-US" altLang="zh-CN" sz="2400" b="1" i="0" u="none" strike="noStrike" kern="0" cap="none" spc="0" baseline="0" dirty="0">
                <a:solidFill>
                  <a:srgbClr val="000000"/>
                </a:solidFill>
                <a:latin typeface="Times New Roman" charset="0"/>
                <a:ea typeface="Times New Roman" charset="0"/>
                <a:cs typeface="Times New Roman" charset="0"/>
                <a:sym typeface="Times New Roman" charset="0"/>
              </a:rPr>
              <a:t>M.E.,(</a:t>
            </a:r>
            <a:r>
              <a:rPr lang="en-US" altLang="zh-CN" sz="2400" b="1" i="0" u="none" strike="noStrike" kern="0" cap="none" spc="0" baseline="0" dirty="0" err="1">
                <a:solidFill>
                  <a:srgbClr val="000000"/>
                </a:solidFill>
                <a:latin typeface="Times New Roman" charset="0"/>
                <a:ea typeface="Times New Roman" charset="0"/>
                <a:cs typeface="Times New Roman" charset="0"/>
                <a:sym typeface="Times New Roman" charset="0"/>
              </a:rPr>
              <a:t>Ph.D</a:t>
            </a:r>
            <a:r>
              <a:rPr lang="en-US" altLang="zh-CN" sz="2400" b="1" i="0" u="none" strike="noStrike" kern="0" cap="none" spc="0" baseline="0" dirty="0">
                <a:solidFill>
                  <a:srgbClr val="000000"/>
                </a:solidFill>
                <a:latin typeface="Times New Roman" charset="0"/>
                <a:ea typeface="Times New Roman" charset="0"/>
                <a:cs typeface="Times New Roman" charset="0"/>
                <a:sym typeface="Times New Roman" charset="0"/>
              </a:rPr>
              <a:t>)</a:t>
            </a:r>
            <a:endParaRPr lang="en-US" altLang="zh-CN" sz="2800" b="1" i="0" u="none" strike="noStrike" kern="0" cap="none" spc="0" baseline="0" dirty="0">
              <a:solidFill>
                <a:srgbClr val="000000"/>
              </a:solidFill>
              <a:latin typeface="Times New Roman" charset="0"/>
              <a:ea typeface="Times New Roman" charset="0"/>
              <a:cs typeface="Times New Roman" charset="0"/>
              <a:sym typeface="Times New Roman" charset="0"/>
            </a:endParaRPr>
          </a:p>
          <a:p>
            <a:pPr marL="12700" indent="0" algn="l">
              <a:lnSpc>
                <a:spcPct val="119000"/>
              </a:lnSpc>
              <a:spcBef>
                <a:spcPts val="0"/>
              </a:spcBef>
              <a:spcAft>
                <a:spcPts val="0"/>
              </a:spcAft>
              <a:buNone/>
            </a:pPr>
            <a:r>
              <a:rPr lang="en-US" altLang="zh-CN" sz="2800" b="1" i="0" u="none" strike="noStrike" kern="0" cap="none" spc="0" baseline="0" dirty="0">
                <a:solidFill>
                  <a:srgbClr val="000000"/>
                </a:solidFill>
                <a:latin typeface="Times New Roman" charset="0"/>
                <a:ea typeface="Times New Roman" charset="0"/>
                <a:cs typeface="Times New Roman" charset="0"/>
                <a:sym typeface="Times New Roman" charset="0"/>
              </a:rPr>
              <a:t>ASSISTANT PROFESSOR / AI</a:t>
            </a:r>
            <a:endParaRPr lang="en-US" altLang="zh-CN" sz="2800" b="0" i="0" u="none" strike="noStrike" kern="0" cap="none" spc="0" baseline="0" dirty="0">
              <a:solidFill>
                <a:srgbClr val="000000"/>
              </a:solidFill>
              <a:latin typeface="Times New Roman" charset="0"/>
              <a:ea typeface="Times New Roman" charset="0"/>
              <a:cs typeface="Times New Roman" charset="0"/>
              <a:sym typeface="Times New Roman" charset="0"/>
            </a:endParaRPr>
          </a:p>
          <a:p>
            <a:pPr marL="0" indent="0" algn="r">
              <a:lnSpc>
                <a:spcPct val="100000"/>
              </a:lnSpc>
              <a:spcBef>
                <a:spcPts val="1764"/>
              </a:spcBef>
              <a:spcAft>
                <a:spcPts val="0"/>
              </a:spcAft>
              <a:buNone/>
            </a:pPr>
            <a:r>
              <a:rPr lang="en-US" altLang="zh-CN" sz="1200" b="0" i="0" u="none" strike="noStrike" kern="0" cap="none" spc="0" baseline="0" dirty="0">
                <a:solidFill>
                  <a:srgbClr val="878787"/>
                </a:solidFill>
                <a:latin typeface="Calibri" charset="0"/>
                <a:ea typeface="Calibri" charset="0"/>
                <a:cs typeface="Calibri" charset="0"/>
                <a:sym typeface="Calibri" charset="0"/>
              </a:rPr>
              <a:t>1</a:t>
            </a:r>
            <a:endParaRPr lang="zh-CN" altLang="en-US" sz="1200" b="0" i="0" u="none" strike="noStrike" kern="0" cap="none" spc="0" baseline="0" dirty="0">
              <a:solidFill>
                <a:srgbClr val="000000"/>
              </a:solidFill>
              <a:latin typeface="Calibri" charset="0"/>
              <a:ea typeface="Calibri" charset="0"/>
              <a:cs typeface="Calibri" charset="0"/>
              <a:sym typeface="Calibri" charset="0"/>
            </a:endParaRPr>
          </a:p>
        </p:txBody>
      </p:sp>
      <p:pic>
        <p:nvPicPr>
          <p:cNvPr id="5" name="Google Shape;95;p1"/>
          <p:cNvPicPr preferRelativeResize="0"/>
          <p:nvPr/>
        </p:nvPicPr>
        <p:blipFill rotWithShape="1">
          <a:blip r:embed="rId3">
            <a:alphaModFix/>
          </a:blip>
          <a:srcRect/>
          <a:stretch/>
        </p:blipFill>
        <p:spPr>
          <a:xfrm>
            <a:off x="2719924" y="384623"/>
            <a:ext cx="6761095" cy="1798965"/>
          </a:xfrm>
          <a:prstGeom prst="rect">
            <a:avLst/>
          </a:prstGeom>
          <a:noFill/>
          <a:ln>
            <a:noFill/>
          </a:ln>
        </p:spPr>
      </p:pic>
    </p:spTree>
    <p:extLst>
      <p:ext uri="{BB962C8B-B14F-4D97-AF65-F5344CB8AC3E}">
        <p14:creationId xmlns:p14="http://schemas.microsoft.com/office/powerpoint/2010/main" val="175022507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7" name="矩形"/>
          <p:cNvSpPr>
            <a:spLocks/>
          </p:cNvSpPr>
          <p:nvPr/>
        </p:nvSpPr>
        <p:spPr>
          <a:xfrm>
            <a:off x="1865376" y="136550"/>
            <a:ext cx="7555879" cy="970500"/>
          </a:xfrm>
          <a:prstGeom prst="rect">
            <a:avLst/>
          </a:prstGeom>
          <a:noFill/>
          <a:ln w="12700" cap="flat" cmpd="sng">
            <a:noFill/>
            <a:prstDash val="solid"/>
            <a:round/>
          </a:ln>
          <a:effectLst>
            <a:outerShdw blurRad="25400" rotWithShape="0">
              <a:srgbClr val="000000">
                <a:alpha val="44705"/>
              </a:srgbClr>
            </a:outerShdw>
          </a:effectLst>
        </p:spPr>
      </p:sp>
      <p:sp>
        <p:nvSpPr>
          <p:cNvPr id="28" name="文本框"/>
          <p:cNvSpPr>
            <a:spLocks noGrp="1"/>
          </p:cNvSpPr>
          <p:nvPr>
            <p:ph type="sldNum"/>
          </p:nvPr>
        </p:nvSpPr>
        <p:spPr>
          <a:xfrm>
            <a:off x="8610600" y="6356349"/>
            <a:ext cx="2743200" cy="365100"/>
          </a:xfrm>
          <a:prstGeom prst="rect">
            <a:avLst/>
          </a:prstGeom>
          <a:noFill/>
          <a:ln w="12700" cap="flat" cmpd="sng">
            <a:noFill/>
            <a:prstDash val="solid"/>
            <a:round/>
          </a:ln>
        </p:spPr>
        <p:txBody>
          <a:bodyPr vert="horz" wrap="square" lIns="91425" tIns="45700" rIns="91425" bIns="45700" anchor="ctr" anchorCtr="0">
            <a:prstTxWarp prst="textNoShape">
              <a:avLst/>
            </a:prstTxWarp>
          </a:bodyPr>
          <a:lstStyle/>
          <a:p>
            <a:pPr marL="0" indent="0" algn="r">
              <a:lnSpc>
                <a:spcPct val="100000"/>
              </a:lnSpc>
              <a:spcBef>
                <a:spcPts val="0"/>
              </a:spcBef>
              <a:spcAft>
                <a:spcPts val="0"/>
              </a:spcAft>
              <a:buNone/>
            </a:pPr>
            <a:fld id="{CAD2D6BD-DE1B-4B5F-8B41-2702339687B9}" type="slidenum">
              <a:rPr lang="en-US" altLang="zh-CN" sz="1200" b="0" i="0" u="none" strike="noStrike" kern="0" cap="none" spc="0" baseline="0">
                <a:solidFill>
                  <a:srgbClr val="888888"/>
                </a:solidFill>
                <a:latin typeface="Calibri" charset="0"/>
                <a:ea typeface="Calibri" charset="0"/>
                <a:cs typeface="Calibri" charset="0"/>
                <a:sym typeface="Calibri" charset="0"/>
              </a:rPr>
              <a:t>2</a:t>
            </a:fld>
            <a:endParaRPr lang="zh-CN" altLang="en-US" sz="1200" b="0" i="0" u="none" strike="noStrike" kern="0" cap="none" spc="0" baseline="0">
              <a:solidFill>
                <a:srgbClr val="888888"/>
              </a:solidFill>
              <a:latin typeface="Calibri" charset="0"/>
              <a:ea typeface="Calibri" charset="0"/>
              <a:cs typeface="Calibri" charset="0"/>
              <a:sym typeface="Calibri" charset="0"/>
            </a:endParaRPr>
          </a:p>
        </p:txBody>
      </p:sp>
      <p:sp>
        <p:nvSpPr>
          <p:cNvPr id="29" name="矩形"/>
          <p:cNvSpPr>
            <a:spLocks/>
          </p:cNvSpPr>
          <p:nvPr/>
        </p:nvSpPr>
        <p:spPr>
          <a:xfrm>
            <a:off x="479269" y="1870101"/>
            <a:ext cx="10948669" cy="2062479"/>
          </a:xfrm>
          <a:prstGeom prst="rect">
            <a:avLst/>
          </a:prstGeom>
          <a:noFill/>
          <a:ln w="12700" cap="flat" cmpd="sng">
            <a:noFill/>
            <a:prstDash val="solid"/>
            <a:round/>
          </a:ln>
        </p:spPr>
        <p:txBody>
          <a:bodyPr vert="horz" wrap="square" lIns="91425" tIns="45700" rIns="91425" bIns="45700" anchor="t" anchorCtr="0">
            <a:prstTxWarp prst="textNoShape">
              <a:avLst/>
            </a:prstTxWarp>
          </a:bodyPr>
          <a:lstStyle/>
          <a:p>
            <a:pPr marL="0" indent="0" algn="ctr">
              <a:lnSpc>
                <a:spcPct val="100000"/>
              </a:lnSpc>
              <a:spcBef>
                <a:spcPts val="0"/>
              </a:spcBef>
              <a:spcAft>
                <a:spcPts val="0"/>
              </a:spcAft>
              <a:buNone/>
            </a:pPr>
            <a:r>
              <a:rPr lang="en-US" altLang="zh-CN" sz="5400" b="1" i="0" u="none" strike="noStrike" kern="0" cap="none" spc="0" baseline="0">
                <a:solidFill>
                  <a:srgbClr val="232323"/>
                </a:solidFill>
                <a:latin typeface="Times New Roman" charset="0"/>
                <a:ea typeface="Arial" charset="0"/>
                <a:cs typeface="Arial" charset="0"/>
                <a:sym typeface="Arial" charset="0"/>
              </a:rPr>
              <a:t>SMART PARKING AVAILABILITY SYSTEM USING RANDOM FOREST</a:t>
            </a:r>
            <a:endParaRPr lang="zh-CN" altLang="en-US" sz="4400" b="1" i="0" u="none" strike="noStrike" kern="0" cap="none" spc="0" baseline="0">
              <a:solidFill>
                <a:srgbClr val="000000"/>
              </a:solidFill>
              <a:latin typeface="Times New Roman" charset="0"/>
              <a:ea typeface="Times New Roman" charset="0"/>
              <a:cs typeface="Times New Roman" charset="0"/>
              <a:sym typeface="Times New Roman" charset="0"/>
            </a:endParaRPr>
          </a:p>
        </p:txBody>
      </p:sp>
    </p:spTree>
    <p:extLst>
      <p:ext uri="{BB962C8B-B14F-4D97-AF65-F5344CB8AC3E}">
        <p14:creationId xmlns:p14="http://schemas.microsoft.com/office/powerpoint/2010/main" val="3569195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6" name="文本框"/>
          <p:cNvSpPr>
            <a:spLocks noGrp="1"/>
          </p:cNvSpPr>
          <p:nvPr>
            <p:ph type="title"/>
          </p:nvPr>
        </p:nvSpPr>
        <p:spPr>
          <a:xfrm>
            <a:off x="3748024" y="757679"/>
            <a:ext cx="5147894" cy="395983"/>
          </a:xfrm>
          <a:prstGeom prst="rect">
            <a:avLst/>
          </a:prstGeom>
          <a:noFill/>
          <a:ln w="12700" cap="flat" cmpd="sng">
            <a:noFill/>
            <a:prstDash val="solid"/>
            <a:round/>
          </a:ln>
        </p:spPr>
        <p:txBody>
          <a:bodyPr vert="horz" wrap="square" lIns="91425" tIns="45700" rIns="91425" bIns="45700" anchor="ctr" anchorCtr="0">
            <a:prstTxWarp prst="textNoShape">
              <a:avLst/>
            </a:prstTxWarp>
          </a:bodyPr>
          <a:lstStyle/>
          <a:p>
            <a:pPr marL="0" indent="0" algn="l">
              <a:lnSpc>
                <a:spcPct val="90000"/>
              </a:lnSpc>
              <a:spcBef>
                <a:spcPts val="0"/>
              </a:spcBef>
              <a:spcAft>
                <a:spcPts val="0"/>
              </a:spcAft>
              <a:buNone/>
            </a:pPr>
            <a:r>
              <a:rPr lang="en-US" altLang="zh-CN" sz="3200" b="1" i="0" u="none" strike="noStrike" kern="0" cap="none" spc="0" baseline="0">
                <a:solidFill>
                  <a:srgbClr val="000000"/>
                </a:solidFill>
                <a:latin typeface="Times New Roman" charset="0"/>
                <a:ea typeface="Times New Roman" charset="0"/>
                <a:cs typeface="Times New Roman" charset="0"/>
                <a:sym typeface="Times New Roman" charset="0"/>
              </a:rPr>
              <a:t>RESEARCH OBJECTIVE</a:t>
            </a:r>
            <a:endParaRPr lang="zh-CN" altLang="en-US" sz="3200" b="0" i="0" u="none" strike="noStrike" kern="0" cap="none" spc="0" baseline="0">
              <a:solidFill>
                <a:srgbClr val="000000"/>
              </a:solidFill>
              <a:latin typeface="Arial" charset="0"/>
              <a:ea typeface="Arial" charset="0"/>
              <a:cs typeface="Lucida Sans"/>
            </a:endParaRPr>
          </a:p>
        </p:txBody>
      </p:sp>
      <p:sp>
        <p:nvSpPr>
          <p:cNvPr id="37" name="文本框"/>
          <p:cNvSpPr>
            <a:spLocks noGrp="1"/>
          </p:cNvSpPr>
          <p:nvPr>
            <p:ph type="sldNum"/>
          </p:nvPr>
        </p:nvSpPr>
        <p:spPr>
          <a:xfrm>
            <a:off x="8610600" y="6356349"/>
            <a:ext cx="2743200" cy="365100"/>
          </a:xfrm>
          <a:prstGeom prst="rect">
            <a:avLst/>
          </a:prstGeom>
          <a:noFill/>
          <a:ln w="12700" cap="flat" cmpd="sng">
            <a:noFill/>
            <a:prstDash val="solid"/>
            <a:round/>
          </a:ln>
        </p:spPr>
        <p:txBody>
          <a:bodyPr vert="horz" wrap="square" lIns="91425" tIns="45700" rIns="91425" bIns="45700" anchor="ctr" anchorCtr="0">
            <a:prstTxWarp prst="textNoShape">
              <a:avLst/>
            </a:prstTxWarp>
          </a:bodyPr>
          <a:lstStyle/>
          <a:p>
            <a:pPr marL="0" indent="0" algn="r">
              <a:lnSpc>
                <a:spcPct val="100000"/>
              </a:lnSpc>
              <a:spcBef>
                <a:spcPts val="0"/>
              </a:spcBef>
              <a:spcAft>
                <a:spcPts val="0"/>
              </a:spcAft>
              <a:buNone/>
            </a:pPr>
            <a:fld id="{CAD2D6BD-DE1B-4B5F-8B41-2702339687B9}" type="slidenum">
              <a:rPr lang="en-US" altLang="zh-CN" sz="1200" b="0" i="0" u="none" strike="noStrike" kern="0" cap="none" spc="0" baseline="0">
                <a:solidFill>
                  <a:srgbClr val="888888"/>
                </a:solidFill>
                <a:latin typeface="Calibri" charset="0"/>
                <a:ea typeface="Calibri" charset="0"/>
                <a:cs typeface="Calibri" charset="0"/>
                <a:sym typeface="Calibri" charset="0"/>
              </a:rPr>
              <a:t>3</a:t>
            </a:fld>
            <a:endParaRPr lang="zh-CN" altLang="en-US" sz="1200" b="0" i="0" u="none" strike="noStrike" kern="0" cap="none" spc="0" baseline="0">
              <a:solidFill>
                <a:srgbClr val="888888"/>
              </a:solidFill>
              <a:latin typeface="Calibri" charset="0"/>
              <a:ea typeface="Calibri" charset="0"/>
              <a:cs typeface="Calibri" charset="0"/>
              <a:sym typeface="Calibri" charset="0"/>
            </a:endParaRPr>
          </a:p>
        </p:txBody>
      </p:sp>
      <p:sp>
        <p:nvSpPr>
          <p:cNvPr id="38" name="矩形"/>
          <p:cNvSpPr>
            <a:spLocks/>
          </p:cNvSpPr>
          <p:nvPr/>
        </p:nvSpPr>
        <p:spPr>
          <a:xfrm>
            <a:off x="340995" y="1967865"/>
            <a:ext cx="11360150" cy="3996055"/>
          </a:xfrm>
          <a:prstGeom prst="rect">
            <a:avLst/>
          </a:prstGeom>
          <a:noFill/>
          <a:ln w="12700" cap="flat" cmpd="sng">
            <a:noFill/>
            <a:prstDash val="solid"/>
            <a:round/>
          </a:ln>
        </p:spPr>
      </p:sp>
      <p:sp>
        <p:nvSpPr>
          <p:cNvPr id="39" name="矩形"/>
          <p:cNvSpPr>
            <a:spLocks/>
          </p:cNvSpPr>
          <p:nvPr/>
        </p:nvSpPr>
        <p:spPr>
          <a:xfrm>
            <a:off x="451942" y="1349877"/>
            <a:ext cx="11740057" cy="5877838"/>
          </a:xfrm>
          <a:prstGeom prst="rect">
            <a:avLst/>
          </a:prstGeom>
          <a:noFill/>
          <a:ln w="12700" cap="flat" cmpd="sng">
            <a:noFill/>
            <a:prstDash val="solid"/>
            <a:round/>
          </a:ln>
        </p:spPr>
        <p:txBody>
          <a:bodyPr vert="horz" wrap="square" lIns="91425" tIns="45700" rIns="91425" bIns="45700" anchor="t" anchorCtr="0">
            <a:prstTxWarp prst="textNoShape">
              <a:avLst/>
            </a:prstTxWarp>
            <a:spAutoFit/>
          </a:bodyPr>
          <a:lstStyle/>
          <a:p>
            <a:pPr marL="342900" indent="-342900" algn="l">
              <a:lnSpc>
                <a:spcPct val="150000"/>
              </a:lnSpc>
              <a:spcBef>
                <a:spcPts val="0"/>
              </a:spcBef>
              <a:spcAft>
                <a:spcPts val="700"/>
              </a:spcAft>
              <a:buFont typeface="Arial" charset="0"/>
              <a:buChar char="•"/>
            </a:pPr>
            <a:r>
              <a:rPr lang="en-US" altLang="zh-CN" sz="2800" b="0" i="0" u="none" strike="noStrike" kern="0" cap="none" spc="0" baseline="0">
                <a:solidFill>
                  <a:srgbClr val="232323"/>
                </a:solidFill>
                <a:latin typeface="Times New Roman" charset="0"/>
                <a:ea typeface="Arial" charset="0"/>
                <a:cs typeface="Arial" charset="0"/>
                <a:sym typeface="Arial" charset="0"/>
              </a:rPr>
              <a:t>The main objective of this project is to develop a machine-learning-based smart parking system that can predict the availability of parking spaces using historical and real-time parking data. Random Forest is used to analyze factors such as occupancy status, time, day, and traffic conditions to classify parking spaces as AVAILABLE or OCCUPIED. The system aims to provide reliable parking information to users, helping them find parking faster, reduce unnecessary vehicle movement, and minimize congestion in busy parking areas.</a:t>
            </a:r>
            <a:endParaRPr lang="zh-CN" altLang="en-US" sz="2800" b="0" i="0" u="none" strike="noStrike" kern="0" cap="none" spc="0" baseline="0">
              <a:solidFill>
                <a:srgbClr val="232323"/>
              </a:solidFill>
              <a:latin typeface="Times New Roman" charset="0"/>
              <a:ea typeface="Arial" charset="0"/>
              <a:cs typeface="Arial" charset="0"/>
              <a:sym typeface="Arial" charset="0"/>
            </a:endParaRPr>
          </a:p>
        </p:txBody>
      </p:sp>
    </p:spTree>
    <p:extLst>
      <p:ext uri="{BB962C8B-B14F-4D97-AF65-F5344CB8AC3E}">
        <p14:creationId xmlns:p14="http://schemas.microsoft.com/office/powerpoint/2010/main" val="12081574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5" name="文本框"/>
          <p:cNvSpPr>
            <a:spLocks noGrp="1"/>
          </p:cNvSpPr>
          <p:nvPr>
            <p:ph type="sldNum"/>
          </p:nvPr>
        </p:nvSpPr>
        <p:spPr>
          <a:xfrm>
            <a:off x="8610600" y="6356349"/>
            <a:ext cx="2743200" cy="365125"/>
          </a:xfrm>
          <a:prstGeom prst="rect">
            <a:avLst/>
          </a:prstGeom>
          <a:noFill/>
          <a:ln w="12700" cap="flat" cmpd="sng">
            <a:noFill/>
            <a:prstDash val="solid"/>
            <a:round/>
          </a:ln>
        </p:spPr>
        <p:txBody>
          <a:bodyPr vert="horz" wrap="square" lIns="91425" tIns="45700" rIns="91425" bIns="45700" anchor="ctr" anchorCtr="0">
            <a:prstTxWarp prst="textNoShape">
              <a:avLst/>
            </a:prstTxWarp>
          </a:bodyPr>
          <a:lstStyle/>
          <a:p>
            <a:pPr marL="0" indent="0" algn="r">
              <a:lnSpc>
                <a:spcPct val="100000"/>
              </a:lnSpc>
              <a:spcBef>
                <a:spcPts val="0"/>
              </a:spcBef>
              <a:spcAft>
                <a:spcPts val="0"/>
              </a:spcAft>
              <a:buNone/>
            </a:pPr>
            <a:fld id="{CAD2D6BD-DE1B-4B5F-8B41-2702339687B9}" type="slidenum">
              <a:rPr lang="en-US" altLang="zh-CN" sz="1200" b="0" i="0" u="none" strike="noStrike" kern="0" cap="none" spc="0" baseline="0">
                <a:solidFill>
                  <a:srgbClr val="888888"/>
                </a:solidFill>
                <a:latin typeface="Calibri" charset="0"/>
                <a:ea typeface="Calibri" charset="0"/>
                <a:cs typeface="Calibri" charset="0"/>
                <a:sym typeface="Calibri" charset="0"/>
              </a:rPr>
              <a:t>4</a:t>
            </a:fld>
            <a:endParaRPr lang="zh-CN" altLang="en-US" sz="1200" b="0" i="0" u="none" strike="noStrike" kern="0" cap="none" spc="0" baseline="0">
              <a:solidFill>
                <a:srgbClr val="888888"/>
              </a:solidFill>
              <a:latin typeface="Calibri" charset="0"/>
              <a:ea typeface="Calibri" charset="0"/>
              <a:cs typeface="Calibri" charset="0"/>
              <a:sym typeface="Calibri" charset="0"/>
            </a:endParaRPr>
          </a:p>
        </p:txBody>
      </p:sp>
      <p:sp>
        <p:nvSpPr>
          <p:cNvPr id="46" name="矩形"/>
          <p:cNvSpPr>
            <a:spLocks/>
          </p:cNvSpPr>
          <p:nvPr/>
        </p:nvSpPr>
        <p:spPr>
          <a:xfrm>
            <a:off x="3695835" y="643340"/>
            <a:ext cx="4914765" cy="577175"/>
          </a:xfrm>
          <a:prstGeom prst="rect">
            <a:avLst/>
          </a:prstGeom>
          <a:noFill/>
          <a:ln w="12700" cap="flat" cmpd="sng">
            <a:noFill/>
            <a:prstDash val="solid"/>
            <a:round/>
          </a:ln>
        </p:spPr>
        <p:txBody>
          <a:bodyPr vert="horz" wrap="square" lIns="91425" tIns="45700" rIns="91425" bIns="45700" anchor="t" anchorCtr="0">
            <a:prstTxWarp prst="textNoShape">
              <a:avLst/>
            </a:prstTxWarp>
            <a:spAutoFit/>
          </a:bodyPr>
          <a:lstStyle/>
          <a:p>
            <a:pPr marL="0" indent="0" algn="l">
              <a:lnSpc>
                <a:spcPct val="100000"/>
              </a:lnSpc>
              <a:spcBef>
                <a:spcPts val="0"/>
              </a:spcBef>
              <a:spcAft>
                <a:spcPts val="0"/>
              </a:spcAft>
              <a:buNone/>
            </a:pPr>
            <a:r>
              <a:rPr lang="en-US" altLang="zh-CN" sz="3200" b="1" i="0" u="none" strike="noStrike" kern="0" cap="none" spc="0" baseline="0">
                <a:solidFill>
                  <a:srgbClr val="000000"/>
                </a:solidFill>
                <a:latin typeface="Times New Roman" charset="0"/>
                <a:ea typeface="Times New Roman" charset="0"/>
                <a:cs typeface="Times New Roman" charset="0"/>
                <a:sym typeface="Times New Roman" charset="0"/>
              </a:rPr>
              <a:t>PROBLEM STATEMENT</a:t>
            </a:r>
            <a:endParaRPr lang="zh-CN" altLang="en-US" sz="3200" b="1" i="0" u="none" strike="noStrike" kern="0" cap="none" spc="0" baseline="0">
              <a:solidFill>
                <a:srgbClr val="000000"/>
              </a:solidFill>
              <a:latin typeface="Times New Roman" charset="0"/>
              <a:ea typeface="Times New Roman" charset="0"/>
              <a:cs typeface="Times New Roman" charset="0"/>
              <a:sym typeface="Times New Roman" charset="0"/>
            </a:endParaRPr>
          </a:p>
        </p:txBody>
      </p:sp>
      <p:sp>
        <p:nvSpPr>
          <p:cNvPr id="47" name="矩形"/>
          <p:cNvSpPr>
            <a:spLocks/>
          </p:cNvSpPr>
          <p:nvPr/>
        </p:nvSpPr>
        <p:spPr>
          <a:xfrm>
            <a:off x="573338" y="1808986"/>
            <a:ext cx="11045324" cy="3949025"/>
          </a:xfrm>
          <a:prstGeom prst="rect">
            <a:avLst/>
          </a:prstGeom>
          <a:noFill/>
          <a:ln w="12700" cap="flat" cmpd="sng">
            <a:noFill/>
            <a:prstDash val="solid"/>
            <a:round/>
          </a:ln>
        </p:spPr>
        <p:txBody>
          <a:bodyPr vert="horz" wrap="square" lIns="91425" tIns="45700" rIns="91425" bIns="45700" anchor="t" anchorCtr="0">
            <a:prstTxWarp prst="textNoShape">
              <a:avLst/>
            </a:prstTxWarp>
            <a:spAutoFit/>
          </a:bodyPr>
          <a:lstStyle/>
          <a:p>
            <a:pPr marL="457200" indent="-457200" algn="l">
              <a:lnSpc>
                <a:spcPct val="100000"/>
              </a:lnSpc>
              <a:spcBef>
                <a:spcPts val="0"/>
              </a:spcBef>
              <a:spcAft>
                <a:spcPts val="0"/>
              </a:spcAft>
              <a:buFont typeface="Arial" charset="0"/>
              <a:buChar char="•"/>
            </a:pPr>
            <a:r>
              <a:rPr lang="en-US" altLang="zh-CN" sz="2800" b="0" i="0" u="none" strike="noStrike" kern="0" cap="none" spc="0" baseline="0">
                <a:solidFill>
                  <a:srgbClr val="000000"/>
                </a:solidFill>
                <a:latin typeface="Times New Roman" charset="0"/>
                <a:ea typeface="Arial" charset="0"/>
                <a:cs typeface="Times New Roman" charset="0"/>
                <a:sym typeface="Arial" charset="0"/>
              </a:rPr>
              <a:t>Finding vacant parking spaces is time-consuming, especially in campuses, malls and busy commercial areas. </a:t>
            </a:r>
          </a:p>
          <a:p>
            <a:pPr marL="457200" indent="-457200" algn="l">
              <a:lnSpc>
                <a:spcPct val="100000"/>
              </a:lnSpc>
              <a:spcBef>
                <a:spcPts val="0"/>
              </a:spcBef>
              <a:spcAft>
                <a:spcPts val="0"/>
              </a:spcAft>
              <a:buFont typeface="Arial" charset="0"/>
              <a:buChar char="•"/>
            </a:pPr>
            <a:r>
              <a:rPr lang="en-US" altLang="zh-CN" sz="2800" b="0" i="0" u="none" strike="noStrike" kern="0" cap="none" spc="0" baseline="0">
                <a:solidFill>
                  <a:srgbClr val="000000"/>
                </a:solidFill>
                <a:latin typeface="Times New Roman" charset="0"/>
                <a:ea typeface="Arial" charset="0"/>
                <a:cs typeface="Times New Roman" charset="0"/>
                <a:sym typeface="Arial" charset="0"/>
              </a:rPr>
              <a:t>Manual and static parking monitoring cannot accurately reflect real-time changes in occupancy. </a:t>
            </a:r>
          </a:p>
          <a:p>
            <a:pPr marL="457200" indent="-457200" algn="l">
              <a:lnSpc>
                <a:spcPct val="100000"/>
              </a:lnSpc>
              <a:spcBef>
                <a:spcPts val="0"/>
              </a:spcBef>
              <a:spcAft>
                <a:spcPts val="0"/>
              </a:spcAft>
              <a:buFont typeface="Arial" charset="0"/>
              <a:buChar char="•"/>
            </a:pPr>
            <a:r>
              <a:rPr lang="en-US" altLang="zh-CN" sz="2800" b="0" i="0" u="none" strike="noStrike" kern="0" cap="none" spc="0" baseline="0">
                <a:solidFill>
                  <a:srgbClr val="000000"/>
                </a:solidFill>
                <a:latin typeface="Times New Roman" charset="0"/>
                <a:ea typeface="Arial" charset="0"/>
                <a:cs typeface="Times New Roman" charset="0"/>
                <a:sym typeface="Arial" charset="0"/>
              </a:rPr>
              <a:t>Continuous searching for parking increases traffic congestion, fuel consumption and driver frustration. </a:t>
            </a:r>
          </a:p>
          <a:p>
            <a:pPr marL="457200" indent="-457200" algn="l">
              <a:lnSpc>
                <a:spcPct val="100000"/>
              </a:lnSpc>
              <a:spcBef>
                <a:spcPts val="0"/>
              </a:spcBef>
              <a:spcAft>
                <a:spcPts val="0"/>
              </a:spcAft>
              <a:buFont typeface="Arial" charset="0"/>
              <a:buChar char="•"/>
            </a:pPr>
            <a:r>
              <a:rPr lang="en-US" altLang="zh-CN" sz="2800" b="0" i="0" u="none" strike="noStrike" kern="0" cap="none" spc="0" baseline="0">
                <a:solidFill>
                  <a:srgbClr val="000000"/>
                </a:solidFill>
                <a:latin typeface="Times New Roman" charset="0"/>
                <a:ea typeface="Arial" charset="0"/>
                <a:cs typeface="Times New Roman" charset="0"/>
                <a:sym typeface="Arial" charset="0"/>
              </a:rPr>
              <a:t>Therefore, there is a need for a reliable machine-learning model that can analyze parking and time-based data and accurately predict AVAILABLE or OCCUPIED spaces. </a:t>
            </a:r>
            <a:endParaRPr lang="zh-CN" altLang="en-US" sz="2800" b="0" i="0" u="none" strike="noStrike" kern="0" cap="none" spc="0" baseline="0">
              <a:solidFill>
                <a:srgbClr val="000000"/>
              </a:solidFill>
              <a:latin typeface="Times New Roman" charset="0"/>
              <a:ea typeface="Arial" charset="0"/>
              <a:cs typeface="Times New Roman" charset="0"/>
              <a:sym typeface="Arial" charset="0"/>
            </a:endParaRPr>
          </a:p>
        </p:txBody>
      </p:sp>
    </p:spTree>
    <p:extLst>
      <p:ext uri="{BB962C8B-B14F-4D97-AF65-F5344CB8AC3E}">
        <p14:creationId xmlns:p14="http://schemas.microsoft.com/office/powerpoint/2010/main" val="8452994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0" name="文本框"/>
          <p:cNvSpPr>
            <a:spLocks noGrp="1"/>
          </p:cNvSpPr>
          <p:nvPr>
            <p:ph type="title"/>
          </p:nvPr>
        </p:nvSpPr>
        <p:spPr>
          <a:xfrm>
            <a:off x="4912177" y="884255"/>
            <a:ext cx="2367643" cy="444693"/>
          </a:xfrm>
          <a:prstGeom prst="rect">
            <a:avLst/>
          </a:prstGeom>
          <a:noFill/>
          <a:ln w="12700" cap="flat" cmpd="sng">
            <a:noFill/>
            <a:prstDash val="solid"/>
            <a:round/>
          </a:ln>
        </p:spPr>
        <p:txBody>
          <a:bodyPr vert="horz" wrap="square" lIns="91440" tIns="45720" rIns="91440" bIns="45720" anchor="ctr" anchorCtr="0">
            <a:prstTxWarp prst="textNoShape">
              <a:avLst/>
            </a:prstTxWarp>
          </a:bodyPr>
          <a:lstStyle/>
          <a:p>
            <a:pPr marL="0" indent="0" algn="l">
              <a:lnSpc>
                <a:spcPct val="90000"/>
              </a:lnSpc>
              <a:spcBef>
                <a:spcPts val="0"/>
              </a:spcBef>
              <a:spcAft>
                <a:spcPts val="0"/>
              </a:spcAft>
              <a:buNone/>
            </a:pPr>
            <a:r>
              <a:rPr lang="en-US" altLang="zh-CN" sz="2900" b="1" i="0" u="none" strike="noStrike" kern="0" cap="none" spc="0" baseline="0">
                <a:solidFill>
                  <a:srgbClr val="000000"/>
                </a:solidFill>
                <a:latin typeface="Times New Roman" charset="0"/>
                <a:ea typeface="Arial" charset="0"/>
                <a:cs typeface="Times New Roman" charset="0"/>
              </a:rPr>
              <a:t>OVERVIEW</a:t>
            </a:r>
            <a:endParaRPr lang="zh-CN" altLang="en-US" sz="2900" b="1" i="0" u="none" strike="noStrike" kern="0" cap="none" spc="0" baseline="0">
              <a:solidFill>
                <a:srgbClr val="000000"/>
              </a:solidFill>
              <a:latin typeface="Times New Roman" charset="0"/>
              <a:ea typeface="Arial" charset="0"/>
              <a:cs typeface="Times New Roman" charset="0"/>
            </a:endParaRPr>
          </a:p>
        </p:txBody>
      </p:sp>
      <p:sp>
        <p:nvSpPr>
          <p:cNvPr id="51" name="文本框"/>
          <p:cNvSpPr>
            <a:spLocks noGrp="1"/>
          </p:cNvSpPr>
          <p:nvPr>
            <p:ph type="sldNum"/>
          </p:nvPr>
        </p:nvSpPr>
        <p:spPr>
          <a:xfrm>
            <a:off x="8610600" y="6356349"/>
            <a:ext cx="2743200" cy="365125"/>
          </a:xfrm>
          <a:prstGeom prst="rect">
            <a:avLst/>
          </a:prstGeom>
          <a:noFill/>
          <a:ln cap="flat" cmpd="sng">
            <a:noFill/>
            <a:prstDash val="solid"/>
            <a:miter/>
          </a:ln>
        </p:spPr>
        <p:txBody>
          <a:bodyPr vert="horz" wrap="square" lIns="91440" tIns="45720" rIns="91440" bIns="45720" anchor="ctr" anchorCtr="0">
            <a:prstTxWarp prst="textNoShape">
              <a:avLst/>
            </a:prstTxWarp>
          </a:bodyPr>
          <a:lstStyle/>
          <a:p>
            <a:pPr marL="0" indent="0" algn="r">
              <a:lnSpc>
                <a:spcPct val="100000"/>
              </a:lnSpc>
              <a:spcBef>
                <a:spcPts val="0"/>
              </a:spcBef>
              <a:spcAft>
                <a:spcPts val="0"/>
              </a:spcAft>
              <a:buNone/>
            </a:pPr>
            <a:fld id="{CAD2D6BD-DE1B-4B5F-8B41-2702339687B9}" type="slidenum">
              <a:rPr lang="en-US" altLang="zh-CN" sz="1200" b="0" i="0" u="none" strike="noStrike" kern="0" cap="none" spc="0" baseline="0">
                <a:solidFill>
                  <a:srgbClr val="888888"/>
                </a:solidFill>
                <a:latin typeface="Calibri" charset="0"/>
                <a:ea typeface="Calibri" charset="0"/>
                <a:cs typeface="Calibri" charset="0"/>
                <a:sym typeface="Calibri" charset="0"/>
              </a:rPr>
              <a:t>5</a:t>
            </a:fld>
            <a:endParaRPr lang="zh-CN" altLang="en-US" sz="1200" b="0" i="0" u="none" strike="noStrike" kern="0" cap="none" spc="0" baseline="0">
              <a:solidFill>
                <a:srgbClr val="888888"/>
              </a:solidFill>
              <a:latin typeface="Calibri" charset="0"/>
              <a:ea typeface="Calibri" charset="0"/>
              <a:cs typeface="Calibri" charset="0"/>
              <a:sym typeface="Calibri" charset="0"/>
            </a:endParaRPr>
          </a:p>
        </p:txBody>
      </p:sp>
      <p:sp>
        <p:nvSpPr>
          <p:cNvPr id="52" name="矩形"/>
          <p:cNvSpPr>
            <a:spLocks/>
          </p:cNvSpPr>
          <p:nvPr/>
        </p:nvSpPr>
        <p:spPr>
          <a:xfrm>
            <a:off x="519163" y="1616591"/>
            <a:ext cx="11153671" cy="5187316"/>
          </a:xfrm>
          <a:prstGeom prst="rect">
            <a:avLst/>
          </a:prstGeom>
          <a:noFill/>
          <a:ln w="12700" cap="flat" cmpd="sng">
            <a:noFill/>
            <a:prstDash val="solid"/>
            <a:miter/>
          </a:ln>
        </p:spPr>
        <p:txBody>
          <a:bodyPr vert="horz" wrap="square" lIns="91440" tIns="45720" rIns="91440" bIns="45720" anchor="t" anchorCtr="0">
            <a:prstTxWarp prst="textNoShape">
              <a:avLst/>
            </a:prstTxWarp>
            <a:spAutoFit/>
          </a:bodyPr>
          <a:lstStyle/>
          <a:p>
            <a:pPr marL="342900" indent="-342900" algn="l">
              <a:lnSpc>
                <a:spcPct val="150000"/>
              </a:lnSpc>
              <a:spcBef>
                <a:spcPts val="0"/>
              </a:spcBef>
              <a:spcAft>
                <a:spcPts val="0"/>
              </a:spcAft>
              <a:buFont typeface="Arial" charset="0"/>
              <a:buChar char="•"/>
            </a:pPr>
            <a:r>
              <a:rPr lang="en-US" altLang="zh-CN" sz="2400" b="0" i="0" u="none" strike="noStrike" kern="0" cap="none" spc="0" baseline="0">
                <a:solidFill>
                  <a:srgbClr val="000000"/>
                </a:solidFill>
                <a:latin typeface="Times New Roman" charset="0"/>
                <a:ea typeface="Arial" charset="0"/>
                <a:cs typeface="Times New Roman" charset="0"/>
                <a:sym typeface="Arial" charset="0"/>
              </a:rPr>
              <a:t>The Smart Parking Availability System collects parking-related information such as slot ID, time, day and occupancy history to understand parking patterns. </a:t>
            </a:r>
          </a:p>
          <a:p>
            <a:pPr marL="342900" indent="-342900" algn="l">
              <a:lnSpc>
                <a:spcPct val="150000"/>
              </a:lnSpc>
              <a:spcBef>
                <a:spcPts val="0"/>
              </a:spcBef>
              <a:spcAft>
                <a:spcPts val="0"/>
              </a:spcAft>
              <a:buFont typeface="Arial" charset="0"/>
              <a:buChar char="•"/>
            </a:pPr>
            <a:r>
              <a:rPr lang="en-US" altLang="zh-CN" sz="2400" b="0" i="0" u="none" strike="noStrike" kern="0" cap="none" spc="0" baseline="0">
                <a:solidFill>
                  <a:srgbClr val="000000"/>
                </a:solidFill>
                <a:latin typeface="Times New Roman" charset="0"/>
                <a:ea typeface="Arial" charset="0"/>
                <a:cs typeface="Times New Roman" charset="0"/>
                <a:sym typeface="Arial" charset="0"/>
              </a:rPr>
              <a:t>The collected data is preprocessed and important features are selected before providing it to the machine-learning model. </a:t>
            </a:r>
          </a:p>
          <a:p>
            <a:pPr marL="342900" indent="-342900" algn="l">
              <a:lnSpc>
                <a:spcPct val="150000"/>
              </a:lnSpc>
              <a:spcBef>
                <a:spcPts val="0"/>
              </a:spcBef>
              <a:spcAft>
                <a:spcPts val="0"/>
              </a:spcAft>
              <a:buFont typeface="Arial" charset="0"/>
              <a:buChar char="•"/>
            </a:pPr>
            <a:r>
              <a:rPr lang="en-US" altLang="zh-CN" sz="2400" b="0" i="0" u="none" strike="noStrike" kern="0" cap="none" spc="0" baseline="0">
                <a:solidFill>
                  <a:srgbClr val="000000"/>
                </a:solidFill>
                <a:latin typeface="Times New Roman" charset="0"/>
                <a:ea typeface="Arial" charset="0"/>
                <a:cs typeface="Times New Roman" charset="0"/>
                <a:sym typeface="Arial" charset="0"/>
              </a:rPr>
              <a:t>A Random Forest Classifier uses multiple Decision Trees and majority voting to predict whether each parking slot is AVAILABLE or OCCUPIED. </a:t>
            </a:r>
          </a:p>
          <a:p>
            <a:pPr marL="342900" indent="-342900" algn="l">
              <a:lnSpc>
                <a:spcPct val="150000"/>
              </a:lnSpc>
              <a:spcBef>
                <a:spcPts val="0"/>
              </a:spcBef>
              <a:spcAft>
                <a:spcPts val="0"/>
              </a:spcAft>
              <a:buFont typeface="Arial" charset="0"/>
              <a:buChar char="•"/>
            </a:pPr>
            <a:r>
              <a:rPr lang="en-US" altLang="zh-CN" sz="2400" b="0" i="0" u="none" strike="noStrike" kern="0" cap="none" spc="0" baseline="0">
                <a:solidFill>
                  <a:srgbClr val="000000"/>
                </a:solidFill>
                <a:latin typeface="Times New Roman" charset="0"/>
                <a:ea typeface="Arial" charset="0"/>
                <a:cs typeface="Times New Roman" charset="0"/>
                <a:sym typeface="Arial" charset="0"/>
              </a:rPr>
              <a:t>The predicted parking status can be displayed through a user dashboard, helping users identify free spaces quickly and reducing unnecessary vehicle movement. </a:t>
            </a:r>
          </a:p>
          <a:p>
            <a:pPr marL="0" indent="0" algn="l">
              <a:lnSpc>
                <a:spcPct val="100000"/>
              </a:lnSpc>
              <a:spcBef>
                <a:spcPts val="0"/>
              </a:spcBef>
              <a:spcAft>
                <a:spcPts val="0"/>
              </a:spcAft>
              <a:buNone/>
            </a:pPr>
            <a:endParaRPr lang="zh-CN" altLang="en-US" sz="1400" b="0" i="0" u="none" strike="noStrike" kern="0" cap="none" spc="0" baseline="0">
              <a:solidFill>
                <a:srgbClr val="000000"/>
              </a:solidFill>
              <a:latin typeface="Arial" charset="0"/>
              <a:ea typeface="Arial" charset="0"/>
              <a:cs typeface="Arial" charset="0"/>
              <a:sym typeface="Arial" charset="0"/>
            </a:endParaRPr>
          </a:p>
        </p:txBody>
      </p:sp>
    </p:spTree>
    <p:extLst>
      <p:ext uri="{BB962C8B-B14F-4D97-AF65-F5344CB8AC3E}">
        <p14:creationId xmlns:p14="http://schemas.microsoft.com/office/powerpoint/2010/main" val="9613448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3" name="文本框"/>
          <p:cNvSpPr>
            <a:spLocks noGrp="1"/>
          </p:cNvSpPr>
          <p:nvPr>
            <p:ph type="sldNum"/>
          </p:nvPr>
        </p:nvSpPr>
        <p:spPr>
          <a:xfrm>
            <a:off x="8610600" y="6356349"/>
            <a:ext cx="2743200" cy="365125"/>
          </a:xfrm>
          <a:prstGeom prst="rect">
            <a:avLst/>
          </a:prstGeom>
          <a:noFill/>
          <a:ln w="12700" cap="flat" cmpd="sng">
            <a:noFill/>
            <a:prstDash val="solid"/>
            <a:round/>
          </a:ln>
        </p:spPr>
        <p:txBody>
          <a:bodyPr vert="horz" wrap="square" lIns="91425" tIns="45700" rIns="91425" bIns="45700" anchor="ctr" anchorCtr="0">
            <a:prstTxWarp prst="textNoShape">
              <a:avLst/>
            </a:prstTxWarp>
          </a:bodyPr>
          <a:lstStyle/>
          <a:p>
            <a:pPr marL="0" indent="0" algn="r">
              <a:lnSpc>
                <a:spcPct val="100000"/>
              </a:lnSpc>
              <a:spcBef>
                <a:spcPts val="0"/>
              </a:spcBef>
              <a:spcAft>
                <a:spcPts val="0"/>
              </a:spcAft>
              <a:buNone/>
            </a:pPr>
            <a:fld id="{CAD2D6BD-DE1B-4B5F-8B41-2702339687B9}" type="slidenum">
              <a:rPr lang="en-US" altLang="zh-CN" sz="1200" b="0" i="0" u="none" strike="noStrike" kern="0" cap="none" spc="0" baseline="0">
                <a:solidFill>
                  <a:srgbClr val="888888"/>
                </a:solidFill>
                <a:latin typeface="Calibri" charset="0"/>
                <a:ea typeface="Calibri" charset="0"/>
                <a:cs typeface="Calibri" charset="0"/>
                <a:sym typeface="Calibri" charset="0"/>
              </a:rPr>
              <a:t>6</a:t>
            </a:fld>
            <a:endParaRPr lang="zh-CN" altLang="en-US" sz="1200" b="0" i="0" u="none" strike="noStrike" kern="0" cap="none" spc="0" baseline="0">
              <a:solidFill>
                <a:srgbClr val="888888"/>
              </a:solidFill>
              <a:latin typeface="Calibri" charset="0"/>
              <a:ea typeface="Calibri" charset="0"/>
              <a:cs typeface="Calibri" charset="0"/>
              <a:sym typeface="Calibri" charset="0"/>
            </a:endParaRPr>
          </a:p>
        </p:txBody>
      </p:sp>
      <p:sp>
        <p:nvSpPr>
          <p:cNvPr id="54" name="矩形"/>
          <p:cNvSpPr>
            <a:spLocks/>
          </p:cNvSpPr>
          <p:nvPr/>
        </p:nvSpPr>
        <p:spPr>
          <a:xfrm>
            <a:off x="4842838" y="709434"/>
            <a:ext cx="2506322" cy="577175"/>
          </a:xfrm>
          <a:prstGeom prst="rect">
            <a:avLst/>
          </a:prstGeom>
          <a:noFill/>
          <a:ln w="12700" cap="flat" cmpd="sng">
            <a:noFill/>
            <a:prstDash val="solid"/>
            <a:round/>
          </a:ln>
        </p:spPr>
        <p:txBody>
          <a:bodyPr vert="horz" wrap="square" lIns="91425" tIns="45700" rIns="91425" bIns="45700" anchor="t" anchorCtr="0">
            <a:prstTxWarp prst="textNoShape">
              <a:avLst/>
            </a:prstTxWarp>
            <a:spAutoFit/>
          </a:bodyPr>
          <a:lstStyle/>
          <a:p>
            <a:pPr marL="0" indent="0" algn="l">
              <a:lnSpc>
                <a:spcPct val="100000"/>
              </a:lnSpc>
              <a:spcBef>
                <a:spcPts val="0"/>
              </a:spcBef>
              <a:spcAft>
                <a:spcPts val="0"/>
              </a:spcAft>
              <a:buNone/>
            </a:pPr>
            <a:r>
              <a:rPr lang="en-US" altLang="zh-CN" sz="3200" b="1" i="0" u="none" strike="noStrike" kern="0" cap="none" spc="0" baseline="0">
                <a:solidFill>
                  <a:srgbClr val="000000"/>
                </a:solidFill>
                <a:latin typeface="Times New Roman" charset="0"/>
                <a:ea typeface="Times New Roman" charset="0"/>
                <a:cs typeface="Times New Roman" charset="0"/>
                <a:sym typeface="Times New Roman" charset="0"/>
              </a:rPr>
              <a:t>ABSTRACT</a:t>
            </a:r>
            <a:endParaRPr lang="zh-CN" altLang="en-US" sz="3200" b="0" i="0" u="none" strike="noStrike" kern="0" cap="none" spc="0" baseline="0">
              <a:solidFill>
                <a:srgbClr val="000000"/>
              </a:solidFill>
              <a:latin typeface="Arial" charset="0"/>
              <a:ea typeface="Arial" charset="0"/>
              <a:cs typeface="Arial" charset="0"/>
              <a:sym typeface="Arial" charset="0"/>
            </a:endParaRPr>
          </a:p>
        </p:txBody>
      </p:sp>
      <p:sp>
        <p:nvSpPr>
          <p:cNvPr id="55" name="矩形"/>
          <p:cNvSpPr>
            <a:spLocks/>
          </p:cNvSpPr>
          <p:nvPr/>
        </p:nvSpPr>
        <p:spPr>
          <a:xfrm>
            <a:off x="473242" y="1294169"/>
            <a:ext cx="11245515" cy="6606540"/>
          </a:xfrm>
          <a:prstGeom prst="rect">
            <a:avLst/>
          </a:prstGeom>
          <a:noFill/>
          <a:ln w="12700" cap="flat" cmpd="sng">
            <a:noFill/>
            <a:prstDash val="solid"/>
            <a:miter/>
          </a:ln>
        </p:spPr>
        <p:txBody>
          <a:bodyPr vert="horz" wrap="square" lIns="91440" tIns="45720" rIns="91440" bIns="45720" anchor="t" anchorCtr="0">
            <a:prstTxWarp prst="textNoShape">
              <a:avLst/>
            </a:prstTxWarp>
            <a:spAutoFit/>
          </a:bodyPr>
          <a:lstStyle/>
          <a:p>
            <a:pPr marL="0" indent="0" algn="l">
              <a:lnSpc>
                <a:spcPct val="150000"/>
              </a:lnSpc>
              <a:spcBef>
                <a:spcPts val="0"/>
              </a:spcBef>
              <a:spcAft>
                <a:spcPts val="0"/>
              </a:spcAft>
              <a:buNone/>
            </a:pPr>
            <a:r>
              <a:rPr lang="en-US" altLang="zh-CN" sz="2400" b="0" i="0" u="none" strike="noStrike" kern="0" cap="none" spc="0" baseline="0">
                <a:solidFill>
                  <a:srgbClr val="000000"/>
                </a:solidFill>
                <a:latin typeface="Times New Roman" charset="0"/>
                <a:ea typeface="Arial" charset="0"/>
                <a:cs typeface="Times New Roman" charset="0"/>
                <a:sym typeface="Arial" charset="0"/>
              </a:rPr>
              <a:t>The Smart Parking Availability System uses machine learning to predict the availability of parking spaces using historical and real-time parking data. The system applies a Random Forest Classifier to identify parking patterns and provide accurate availability predictions.</a:t>
            </a:r>
          </a:p>
          <a:p>
            <a:pPr marL="0" indent="0" algn="l">
              <a:lnSpc>
                <a:spcPct val="150000"/>
              </a:lnSpc>
              <a:spcBef>
                <a:spcPts val="0"/>
              </a:spcBef>
              <a:spcAft>
                <a:spcPts val="0"/>
              </a:spcAft>
              <a:buNone/>
            </a:pPr>
            <a:endParaRPr lang="en-US" altLang="zh-CN" sz="2400" b="0" i="0" u="none" strike="noStrike" kern="0" cap="none" spc="0" baseline="0">
              <a:solidFill>
                <a:srgbClr val="000000"/>
              </a:solidFill>
              <a:latin typeface="Times New Roman" charset="0"/>
              <a:ea typeface="Arial" charset="0"/>
              <a:cs typeface="Times New Roman" charset="0"/>
              <a:sym typeface="Arial" charset="0"/>
            </a:endParaRPr>
          </a:p>
          <a:p>
            <a:pPr marL="342900" indent="-342900" algn="l">
              <a:lnSpc>
                <a:spcPct val="150000"/>
              </a:lnSpc>
              <a:spcBef>
                <a:spcPts val="0"/>
              </a:spcBef>
              <a:spcAft>
                <a:spcPts val="0"/>
              </a:spcAft>
              <a:buFont typeface="Arial" charset="0"/>
              <a:buChar char="•"/>
            </a:pPr>
            <a:r>
              <a:rPr lang="en-US" altLang="zh-CN" sz="2400" b="0" i="0" u="none" strike="noStrike" kern="0" cap="none" spc="0" baseline="0">
                <a:solidFill>
                  <a:srgbClr val="000000"/>
                </a:solidFill>
                <a:latin typeface="Times New Roman" charset="0"/>
                <a:ea typeface="Arial" charset="0"/>
                <a:cs typeface="Times New Roman" charset="0"/>
                <a:sym typeface="Arial" charset="0"/>
              </a:rPr>
              <a:t>Data Used: Occupancy status, time, day, slot ID, traffic and environmental conditions.</a:t>
            </a:r>
          </a:p>
          <a:p>
            <a:pPr marL="342900" indent="-342900" algn="l">
              <a:lnSpc>
                <a:spcPct val="150000"/>
              </a:lnSpc>
              <a:spcBef>
                <a:spcPts val="0"/>
              </a:spcBef>
              <a:spcAft>
                <a:spcPts val="0"/>
              </a:spcAft>
              <a:buFont typeface="Arial" charset="0"/>
              <a:buChar char="•"/>
            </a:pPr>
            <a:r>
              <a:rPr lang="en-US" altLang="zh-CN" sz="2400" b="0" i="0" u="none" strike="noStrike" kern="0" cap="none" spc="0" baseline="0">
                <a:solidFill>
                  <a:srgbClr val="000000"/>
                </a:solidFill>
                <a:latin typeface="Times New Roman" charset="0"/>
                <a:ea typeface="Arial" charset="0"/>
                <a:cs typeface="Times New Roman" charset="0"/>
                <a:sym typeface="Arial" charset="0"/>
              </a:rPr>
              <a:t>Machine Learning: Random Forest combines multiple decision trees to improve prediction reliability.</a:t>
            </a:r>
          </a:p>
          <a:p>
            <a:pPr marL="342900" indent="-342900" algn="l">
              <a:lnSpc>
                <a:spcPct val="150000"/>
              </a:lnSpc>
              <a:spcBef>
                <a:spcPts val="0"/>
              </a:spcBef>
              <a:spcAft>
                <a:spcPts val="0"/>
              </a:spcAft>
              <a:buFont typeface="Arial" charset="0"/>
              <a:buChar char="•"/>
            </a:pPr>
            <a:r>
              <a:rPr lang="en-US" altLang="zh-CN" sz="2400" b="0" i="0" u="none" strike="noStrike" kern="0" cap="none" spc="0" baseline="0">
                <a:solidFill>
                  <a:srgbClr val="000000"/>
                </a:solidFill>
                <a:latin typeface="Times New Roman" charset="0"/>
                <a:ea typeface="Arial" charset="0"/>
                <a:cs typeface="Times New Roman" charset="0"/>
                <a:sym typeface="Arial" charset="0"/>
              </a:rPr>
              <a:t>Outcome: Displays available and occupied spaces through a dashboard, helping drivers reduce parking search time and unnecessary vehicle movement.</a:t>
            </a:r>
          </a:p>
          <a:p>
            <a:pPr marL="0" indent="0" algn="l">
              <a:lnSpc>
                <a:spcPct val="150000"/>
              </a:lnSpc>
              <a:spcBef>
                <a:spcPts val="0"/>
              </a:spcBef>
              <a:spcAft>
                <a:spcPts val="0"/>
              </a:spcAft>
              <a:buNone/>
            </a:pPr>
            <a:endParaRPr lang="zh-CN" altLang="en-US" sz="2400" b="0" i="0" u="none" strike="noStrike" kern="0" cap="none" spc="0" baseline="0">
              <a:solidFill>
                <a:srgbClr val="000000"/>
              </a:solidFill>
              <a:latin typeface="Arial" charset="0"/>
              <a:ea typeface="Arial" charset="0"/>
              <a:cs typeface="Arial" charset="0"/>
              <a:sym typeface="Arial" charset="0"/>
            </a:endParaRPr>
          </a:p>
        </p:txBody>
      </p:sp>
    </p:spTree>
    <p:extLst>
      <p:ext uri="{BB962C8B-B14F-4D97-AF65-F5344CB8AC3E}">
        <p14:creationId xmlns:p14="http://schemas.microsoft.com/office/powerpoint/2010/main" val="3764957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8" name="矩形"/>
          <p:cNvSpPr>
            <a:spLocks/>
          </p:cNvSpPr>
          <p:nvPr/>
        </p:nvSpPr>
        <p:spPr>
          <a:xfrm>
            <a:off x="3812567" y="376989"/>
            <a:ext cx="4842108" cy="577175"/>
          </a:xfrm>
          <a:prstGeom prst="rect">
            <a:avLst/>
          </a:prstGeom>
          <a:noFill/>
          <a:ln w="12700" cap="flat" cmpd="sng">
            <a:noFill/>
            <a:prstDash val="solid"/>
            <a:round/>
          </a:ln>
        </p:spPr>
        <p:txBody>
          <a:bodyPr vert="horz" wrap="square" lIns="91425" tIns="45700" rIns="91425" bIns="45700" anchor="t" anchorCtr="0">
            <a:prstTxWarp prst="textNoShape">
              <a:avLst/>
            </a:prstTxWarp>
            <a:spAutoFit/>
          </a:bodyPr>
          <a:lstStyle/>
          <a:p>
            <a:pPr marL="0" indent="0" algn="l">
              <a:lnSpc>
                <a:spcPct val="100000"/>
              </a:lnSpc>
              <a:spcBef>
                <a:spcPts val="0"/>
              </a:spcBef>
              <a:spcAft>
                <a:spcPts val="0"/>
              </a:spcAft>
              <a:buNone/>
            </a:pPr>
            <a:r>
              <a:rPr lang="en-US" altLang="zh-CN" sz="3200" b="1" i="0" u="none" strike="noStrike" kern="0" cap="none" spc="0" baseline="0">
                <a:solidFill>
                  <a:srgbClr val="000000"/>
                </a:solidFill>
                <a:latin typeface="Times New Roman" charset="0"/>
                <a:ea typeface="Times New Roman" charset="0"/>
                <a:cs typeface="Times New Roman" charset="0"/>
                <a:sym typeface="Times New Roman" charset="0"/>
              </a:rPr>
              <a:t>LITERATURE SURVEY</a:t>
            </a:r>
            <a:endParaRPr lang="zh-CN" altLang="en-US" sz="3200" b="1" i="0" u="none" strike="noStrike" kern="0" cap="none" spc="0" baseline="0">
              <a:solidFill>
                <a:srgbClr val="000000"/>
              </a:solidFill>
              <a:latin typeface="Times New Roman" charset="0"/>
              <a:ea typeface="Times New Roman" charset="0"/>
              <a:cs typeface="Times New Roman" charset="0"/>
              <a:sym typeface="Times New Roman" charset="0"/>
            </a:endParaRPr>
          </a:p>
        </p:txBody>
      </p:sp>
      <p:sp>
        <p:nvSpPr>
          <p:cNvPr id="59" name="文本框"/>
          <p:cNvSpPr>
            <a:spLocks noGrp="1"/>
          </p:cNvSpPr>
          <p:nvPr>
            <p:ph type="sldNum"/>
          </p:nvPr>
        </p:nvSpPr>
        <p:spPr>
          <a:xfrm>
            <a:off x="8610600" y="6356349"/>
            <a:ext cx="2743200" cy="365100"/>
          </a:xfrm>
          <a:prstGeom prst="rect">
            <a:avLst/>
          </a:prstGeom>
          <a:noFill/>
          <a:ln w="12700" cap="flat" cmpd="sng">
            <a:noFill/>
            <a:prstDash val="solid"/>
            <a:round/>
          </a:ln>
        </p:spPr>
        <p:txBody>
          <a:bodyPr vert="horz" wrap="square" lIns="91425" tIns="45700" rIns="91425" bIns="45700" anchor="ctr" anchorCtr="0">
            <a:prstTxWarp prst="textNoShape">
              <a:avLst/>
            </a:prstTxWarp>
          </a:bodyPr>
          <a:lstStyle/>
          <a:p>
            <a:pPr marL="0" indent="0" algn="r">
              <a:lnSpc>
                <a:spcPct val="100000"/>
              </a:lnSpc>
              <a:spcBef>
                <a:spcPts val="0"/>
              </a:spcBef>
              <a:spcAft>
                <a:spcPts val="0"/>
              </a:spcAft>
              <a:buNone/>
            </a:pPr>
            <a:fld id="{CAD2D6BD-DE1B-4B5F-8B41-2702339687B9}" type="slidenum">
              <a:rPr lang="en-US" altLang="zh-CN" sz="1200" b="0" i="0" u="none" strike="noStrike" kern="0" cap="none" spc="0" baseline="0">
                <a:solidFill>
                  <a:srgbClr val="888888"/>
                </a:solidFill>
                <a:latin typeface="Calibri" charset="0"/>
                <a:ea typeface="Calibri" charset="0"/>
                <a:cs typeface="Calibri" charset="0"/>
                <a:sym typeface="Calibri" charset="0"/>
              </a:rPr>
              <a:t>7</a:t>
            </a:fld>
            <a:endParaRPr lang="zh-CN" altLang="en-US" sz="1200" b="0" i="0" u="none" strike="noStrike" kern="0" cap="none" spc="0" baseline="0">
              <a:solidFill>
                <a:srgbClr val="888888"/>
              </a:solidFill>
              <a:latin typeface="Calibri" charset="0"/>
              <a:ea typeface="Calibri" charset="0"/>
              <a:cs typeface="Calibri" charset="0"/>
              <a:sym typeface="Calibri" charset="0"/>
            </a:endParaRPr>
          </a:p>
        </p:txBody>
      </p:sp>
      <p:graphicFrame>
        <p:nvGraphicFramePr>
          <p:cNvPr id="60" name="Table"/>
          <p:cNvGraphicFramePr>
            <a:graphicFrameLocks noGrp="1"/>
          </p:cNvGraphicFramePr>
          <p:nvPr>
            <p:ph type="tbl"/>
            <p:extLst/>
          </p:nvPr>
        </p:nvGraphicFramePr>
        <p:xfrm>
          <a:off x="609600" y="1196137"/>
          <a:ext cx="11247942" cy="5284826"/>
        </p:xfrm>
        <a:graphic>
          <a:graphicData uri="http://schemas.openxmlformats.org/drawingml/2006/table">
            <a:tbl>
              <a:tblPr bandRow="1">
                <a:noFill/>
              </a:tblPr>
              <a:tblGrid>
                <a:gridCol w="630859"/>
                <a:gridCol w="2593568"/>
                <a:gridCol w="705827"/>
                <a:gridCol w="2855480"/>
                <a:gridCol w="4462208"/>
              </a:tblGrid>
              <a:tr h="451421">
                <a:tc>
                  <a:txBody>
                    <a:bodyPr/>
                    <a:lstStyle/>
                    <a:p>
                      <a:pPr marL="0" indent="0" algn="ctr">
                        <a:lnSpc>
                          <a:spcPct val="100000"/>
                        </a:lnSpc>
                        <a:spcBef>
                          <a:spcPts val="0"/>
                        </a:spcBef>
                        <a:spcAft>
                          <a:spcPts val="0"/>
                        </a:spcAft>
                        <a:buNone/>
                      </a:pPr>
                      <a:r>
                        <a:rPr lang="en-US" altLang="zh-CN" sz="1400" b="1" i="0" u="none" strike="noStrike" kern="0" cap="none" spc="0" baseline="0">
                          <a:solidFill>
                            <a:srgbClr val="000000"/>
                          </a:solidFill>
                          <a:latin typeface="Times New Roman" charset="0"/>
                          <a:ea typeface="Arial" charset="0"/>
                          <a:cs typeface="Times New Roman" charset="0"/>
                          <a:sym typeface="Arial" charset="0"/>
                        </a:rPr>
                        <a:t>S.No</a:t>
                      </a:r>
                      <a:endParaRPr lang="zh-CN" altLang="en-US" sz="1400" b="1" i="0" u="none" strike="noStrike" kern="0" cap="none" spc="0" baseline="0">
                        <a:solidFill>
                          <a:srgbClr val="000000"/>
                        </a:solidFill>
                        <a:latin typeface="Times New Roman" charset="0"/>
                        <a:ea typeface="Arial" charset="0"/>
                        <a:cs typeface="Times New Roman" charset="0"/>
                        <a:sym typeface="Arial" charset="0"/>
                      </a:endParaRPr>
                    </a:p>
                  </a:txBody>
                  <a:tcPr marL="0" marR="0" marT="0" marB="0" anchor="ctr">
                    <a:lnL>
                      <a:noFill/>
                    </a:lnL>
                    <a:lnR>
                      <a:noFill/>
                    </a:lnR>
                    <a:lnT>
                      <a:noFill/>
                    </a:lnT>
                    <a:lnB>
                      <a:noFill/>
                    </a:lnB>
                  </a:tcPr>
                </a:tc>
                <a:tc>
                  <a:txBody>
                    <a:bodyPr/>
                    <a:lstStyle/>
                    <a:p>
                      <a:pPr marL="0" indent="0" algn="ctr">
                        <a:lnSpc>
                          <a:spcPct val="100000"/>
                        </a:lnSpc>
                        <a:spcBef>
                          <a:spcPts val="0"/>
                        </a:spcBef>
                        <a:spcAft>
                          <a:spcPts val="0"/>
                        </a:spcAft>
                        <a:buNone/>
                      </a:pPr>
                      <a:r>
                        <a:rPr lang="en-US" altLang="zh-CN" sz="1400" b="1" i="0" u="none" strike="noStrike" kern="0" cap="none" spc="0" baseline="0">
                          <a:solidFill>
                            <a:srgbClr val="000000"/>
                          </a:solidFill>
                          <a:latin typeface="Times New Roman" charset="0"/>
                          <a:ea typeface="Arial" charset="0"/>
                          <a:cs typeface="Times New Roman" charset="0"/>
                          <a:sym typeface="Arial" charset="0"/>
                        </a:rPr>
                        <a:t>Paper Name</a:t>
                      </a:r>
                      <a:endParaRPr lang="zh-CN" altLang="en-US" sz="1400" b="1" i="0" u="none" strike="noStrike" kern="0" cap="none" spc="0" baseline="0">
                        <a:solidFill>
                          <a:srgbClr val="000000"/>
                        </a:solidFill>
                        <a:latin typeface="Times New Roman" charset="0"/>
                        <a:ea typeface="Arial" charset="0"/>
                        <a:cs typeface="Times New Roman" charset="0"/>
                        <a:sym typeface="Arial" charset="0"/>
                      </a:endParaRPr>
                    </a:p>
                  </a:txBody>
                  <a:tcPr marL="0" marR="0" marT="0" marB="0" anchor="ctr">
                    <a:lnL>
                      <a:noFill/>
                    </a:lnL>
                    <a:lnR>
                      <a:noFill/>
                    </a:lnR>
                    <a:lnT>
                      <a:noFill/>
                    </a:lnT>
                    <a:lnB>
                      <a:noFill/>
                    </a:lnB>
                  </a:tcPr>
                </a:tc>
                <a:tc>
                  <a:txBody>
                    <a:bodyPr/>
                    <a:lstStyle/>
                    <a:p>
                      <a:pPr marL="0" indent="0" algn="ctr">
                        <a:lnSpc>
                          <a:spcPct val="100000"/>
                        </a:lnSpc>
                        <a:spcBef>
                          <a:spcPts val="0"/>
                        </a:spcBef>
                        <a:spcAft>
                          <a:spcPts val="0"/>
                        </a:spcAft>
                        <a:buNone/>
                      </a:pPr>
                      <a:r>
                        <a:rPr lang="en-US" altLang="zh-CN" sz="1400" b="1" i="0" u="none" strike="noStrike" kern="0" cap="none" spc="0" baseline="0">
                          <a:solidFill>
                            <a:srgbClr val="000000"/>
                          </a:solidFill>
                          <a:latin typeface="Times New Roman" charset="0"/>
                          <a:ea typeface="Arial" charset="0"/>
                          <a:cs typeface="Times New Roman" charset="0"/>
                          <a:sym typeface="Arial" charset="0"/>
                        </a:rPr>
                        <a:t>Year</a:t>
                      </a:r>
                      <a:endParaRPr lang="zh-CN" altLang="en-US" sz="1400" b="1" i="0" u="none" strike="noStrike" kern="0" cap="none" spc="0" baseline="0">
                        <a:solidFill>
                          <a:srgbClr val="000000"/>
                        </a:solidFill>
                        <a:latin typeface="Times New Roman" charset="0"/>
                        <a:ea typeface="Arial" charset="0"/>
                        <a:cs typeface="Times New Roman" charset="0"/>
                        <a:sym typeface="Arial" charset="0"/>
                      </a:endParaRPr>
                    </a:p>
                  </a:txBody>
                  <a:tcPr marL="0" marR="0" marT="0" marB="0" anchor="ctr">
                    <a:lnL>
                      <a:noFill/>
                    </a:lnL>
                    <a:lnR>
                      <a:noFill/>
                    </a:lnR>
                    <a:lnT>
                      <a:noFill/>
                    </a:lnT>
                    <a:lnB>
                      <a:noFill/>
                    </a:lnB>
                  </a:tcPr>
                </a:tc>
                <a:tc>
                  <a:txBody>
                    <a:bodyPr/>
                    <a:lstStyle/>
                    <a:p>
                      <a:pPr marL="0" indent="0" algn="ctr">
                        <a:lnSpc>
                          <a:spcPct val="100000"/>
                        </a:lnSpc>
                        <a:spcBef>
                          <a:spcPts val="0"/>
                        </a:spcBef>
                        <a:spcAft>
                          <a:spcPts val="0"/>
                        </a:spcAft>
                        <a:buNone/>
                      </a:pPr>
                      <a:r>
                        <a:rPr lang="en-US" altLang="zh-CN" sz="1400" b="1" i="0" u="none" strike="noStrike" kern="0" cap="none" spc="0" baseline="0">
                          <a:solidFill>
                            <a:srgbClr val="000000"/>
                          </a:solidFill>
                          <a:latin typeface="Times New Roman" charset="0"/>
                          <a:ea typeface="Arial" charset="0"/>
                          <a:cs typeface="Times New Roman" charset="0"/>
                          <a:sym typeface="Arial" charset="0"/>
                        </a:rPr>
                        <a:t>Algorithm Used</a:t>
                      </a:r>
                      <a:endParaRPr lang="zh-CN" altLang="en-US" sz="1400" b="1" i="0" u="none" strike="noStrike" kern="0" cap="none" spc="0" baseline="0">
                        <a:solidFill>
                          <a:srgbClr val="000000"/>
                        </a:solidFill>
                        <a:latin typeface="Times New Roman" charset="0"/>
                        <a:ea typeface="Arial" charset="0"/>
                        <a:cs typeface="Times New Roman" charset="0"/>
                        <a:sym typeface="Arial" charset="0"/>
                      </a:endParaRPr>
                    </a:p>
                  </a:txBody>
                  <a:tcPr marL="0" marR="0" marT="0" marB="0" anchor="ctr">
                    <a:lnL>
                      <a:noFill/>
                    </a:lnL>
                    <a:lnR>
                      <a:noFill/>
                    </a:lnR>
                    <a:lnT>
                      <a:noFill/>
                    </a:lnT>
                    <a:lnB>
                      <a:noFill/>
                    </a:lnB>
                  </a:tcPr>
                </a:tc>
                <a:tc>
                  <a:txBody>
                    <a:bodyPr/>
                    <a:lstStyle/>
                    <a:p>
                      <a:pPr marL="0" indent="0" algn="ctr">
                        <a:lnSpc>
                          <a:spcPct val="100000"/>
                        </a:lnSpc>
                        <a:spcBef>
                          <a:spcPts val="0"/>
                        </a:spcBef>
                        <a:spcAft>
                          <a:spcPts val="0"/>
                        </a:spcAft>
                        <a:buNone/>
                      </a:pPr>
                      <a:r>
                        <a:rPr lang="en-US" altLang="zh-CN" sz="1400" b="1" i="0" u="none" strike="noStrike" kern="0" cap="none" spc="0" baseline="0">
                          <a:solidFill>
                            <a:srgbClr val="000000"/>
                          </a:solidFill>
                          <a:latin typeface="Times New Roman" charset="0"/>
                          <a:ea typeface="Arial" charset="0"/>
                          <a:cs typeface="Times New Roman" charset="0"/>
                          <a:sym typeface="Arial" charset="0"/>
                        </a:rPr>
                        <a:t>Key Finding</a:t>
                      </a:r>
                      <a:endParaRPr lang="zh-CN" altLang="en-US" sz="1400" b="1" i="0" u="none" strike="noStrike" kern="0" cap="none" spc="0" baseline="0">
                        <a:solidFill>
                          <a:srgbClr val="000000"/>
                        </a:solidFill>
                        <a:latin typeface="Times New Roman" charset="0"/>
                        <a:ea typeface="Arial" charset="0"/>
                        <a:cs typeface="Times New Roman" charset="0"/>
                        <a:sym typeface="Arial" charset="0"/>
                      </a:endParaRPr>
                    </a:p>
                  </a:txBody>
                  <a:tcPr marL="0" marR="0" marT="0" marB="0" anchor="ctr">
                    <a:lnL>
                      <a:noFill/>
                    </a:lnL>
                    <a:lnR>
                      <a:noFill/>
                    </a:lnR>
                    <a:lnT>
                      <a:noFill/>
                    </a:lnT>
                    <a:lnB>
                      <a:noFill/>
                    </a:lnB>
                  </a:tcPr>
                </a:tc>
              </a:tr>
              <a:tr h="953152">
                <a:tc>
                  <a:txBody>
                    <a:bodyPr/>
                    <a:lstStyle/>
                    <a:p>
                      <a:pPr marL="0" indent="0" algn="l">
                        <a:lnSpc>
                          <a:spcPct val="100000"/>
                        </a:lnSpc>
                        <a:spcBef>
                          <a:spcPts val="0"/>
                        </a:spcBef>
                        <a:spcAft>
                          <a:spcPts val="0"/>
                        </a:spcAft>
                        <a:buNone/>
                      </a:pPr>
                      <a:r>
                        <a:rPr lang="en-US" altLang="zh-CN" sz="1400" b="0" i="0" u="none" strike="noStrike" kern="0" cap="none" spc="0" baseline="0">
                          <a:solidFill>
                            <a:srgbClr val="000000"/>
                          </a:solidFill>
                          <a:latin typeface="Times New Roman" charset="0"/>
                          <a:ea typeface="Arial" charset="0"/>
                          <a:cs typeface="Times New Roman" charset="0"/>
                          <a:sym typeface="Arial" charset="0"/>
                        </a:rPr>
                        <a:t>1</a:t>
                      </a:r>
                      <a:endParaRPr lang="zh-CN" altLang="en-US" sz="1400" b="0" i="0" u="none" strike="noStrike" kern="0" cap="none" spc="0" baseline="0">
                        <a:solidFill>
                          <a:srgbClr val="000000"/>
                        </a:solidFill>
                        <a:latin typeface="Times New Roman" charset="0"/>
                        <a:ea typeface="Arial" charset="0"/>
                        <a:cs typeface="Times New Roman" charset="0"/>
                        <a:sym typeface="Arial" charset="0"/>
                      </a:endParaRPr>
                    </a:p>
                  </a:txBody>
                  <a:tcPr marL="0" marR="0" marT="0" marB="0" anchor="ctr">
                    <a:lnL>
                      <a:noFill/>
                    </a:lnL>
                    <a:lnR>
                      <a:noFill/>
                    </a:lnR>
                    <a:lnT>
                      <a:noFill/>
                    </a:lnT>
                    <a:lnB>
                      <a:noFill/>
                    </a:lnB>
                  </a:tcPr>
                </a:tc>
                <a:tc>
                  <a:txBody>
                    <a:bodyPr/>
                    <a:lstStyle/>
                    <a:p>
                      <a:pPr marL="0" indent="0" algn="l">
                        <a:lnSpc>
                          <a:spcPct val="100000"/>
                        </a:lnSpc>
                        <a:spcBef>
                          <a:spcPts val="0"/>
                        </a:spcBef>
                        <a:spcAft>
                          <a:spcPts val="0"/>
                        </a:spcAft>
                        <a:buNone/>
                      </a:pPr>
                      <a:r>
                        <a:rPr lang="en-US" altLang="zh-CN" sz="1400" b="0" i="0" u="none" strike="noStrike" kern="0" cap="none" spc="0" baseline="0">
                          <a:solidFill>
                            <a:srgbClr val="000000"/>
                          </a:solidFill>
                          <a:latin typeface="Times New Roman" charset="0"/>
                          <a:ea typeface="Arial" charset="0"/>
                          <a:cs typeface="Times New Roman" charset="0"/>
                          <a:sym typeface="Arial" charset="0"/>
                        </a:rPr>
                        <a:t>A Metadata-Based Smart Parking System Using Ensemble Learning Mechanisms for Intelligent Transportation</a:t>
                      </a:r>
                      <a:endParaRPr lang="zh-CN" altLang="en-US" sz="1400" b="0" i="0" u="none" strike="noStrike" kern="0" cap="none" spc="0" baseline="0">
                        <a:solidFill>
                          <a:srgbClr val="000000"/>
                        </a:solidFill>
                        <a:latin typeface="Times New Roman" charset="0"/>
                        <a:ea typeface="Arial" charset="0"/>
                        <a:cs typeface="Times New Roman" charset="0"/>
                        <a:sym typeface="Arial" charset="0"/>
                      </a:endParaRPr>
                    </a:p>
                  </a:txBody>
                  <a:tcPr marL="0" marR="0" marT="0" marB="0" anchor="ctr">
                    <a:lnL>
                      <a:noFill/>
                    </a:lnL>
                    <a:lnR>
                      <a:noFill/>
                    </a:lnR>
                    <a:lnT>
                      <a:noFill/>
                    </a:lnT>
                    <a:lnB>
                      <a:noFill/>
                    </a:lnB>
                  </a:tcPr>
                </a:tc>
                <a:tc>
                  <a:txBody>
                    <a:bodyPr/>
                    <a:lstStyle/>
                    <a:p>
                      <a:pPr marL="0" indent="0" algn="l">
                        <a:lnSpc>
                          <a:spcPct val="100000"/>
                        </a:lnSpc>
                        <a:spcBef>
                          <a:spcPts val="0"/>
                        </a:spcBef>
                        <a:spcAft>
                          <a:spcPts val="0"/>
                        </a:spcAft>
                        <a:buNone/>
                      </a:pPr>
                      <a:r>
                        <a:rPr lang="en-US" altLang="zh-CN" sz="1400" b="0" i="0" u="none" strike="noStrike" kern="0" cap="none" spc="0" baseline="0">
                          <a:solidFill>
                            <a:srgbClr val="000000"/>
                          </a:solidFill>
                          <a:latin typeface="Times New Roman" charset="0"/>
                          <a:ea typeface="Arial" charset="0"/>
                          <a:cs typeface="Times New Roman" charset="0"/>
                          <a:sym typeface="Arial" charset="0"/>
                        </a:rPr>
                        <a:t>2026</a:t>
                      </a:r>
                      <a:endParaRPr lang="zh-CN" altLang="en-US" sz="1400" b="0" i="0" u="none" strike="noStrike" kern="0" cap="none" spc="0" baseline="0">
                        <a:solidFill>
                          <a:srgbClr val="000000"/>
                        </a:solidFill>
                        <a:latin typeface="Times New Roman" charset="0"/>
                        <a:ea typeface="Arial" charset="0"/>
                        <a:cs typeface="Times New Roman" charset="0"/>
                        <a:sym typeface="Arial" charset="0"/>
                      </a:endParaRPr>
                    </a:p>
                  </a:txBody>
                  <a:tcPr marL="0" marR="0" marT="0" marB="0" anchor="ctr">
                    <a:lnL>
                      <a:noFill/>
                    </a:lnL>
                    <a:lnR>
                      <a:noFill/>
                    </a:lnR>
                    <a:lnT>
                      <a:noFill/>
                    </a:lnT>
                    <a:lnB>
                      <a:noFill/>
                    </a:lnB>
                  </a:tcPr>
                </a:tc>
                <a:tc>
                  <a:txBody>
                    <a:bodyPr/>
                    <a:lstStyle/>
                    <a:p>
                      <a:pPr marL="0" indent="0" algn="l">
                        <a:lnSpc>
                          <a:spcPct val="100000"/>
                        </a:lnSpc>
                        <a:spcBef>
                          <a:spcPts val="0"/>
                        </a:spcBef>
                        <a:spcAft>
                          <a:spcPts val="0"/>
                        </a:spcAft>
                        <a:buNone/>
                      </a:pPr>
                      <a:r>
                        <a:rPr lang="en-US" altLang="zh-CN" sz="1400" b="0" i="0" u="none" strike="noStrike" kern="0" cap="none" spc="0" baseline="0">
                          <a:solidFill>
                            <a:srgbClr val="000000"/>
                          </a:solidFill>
                          <a:latin typeface="Times New Roman" charset="0"/>
                          <a:ea typeface="Arial" charset="0"/>
                          <a:cs typeface="Times New Roman" charset="0"/>
                          <a:sym typeface="Arial" charset="0"/>
                        </a:rPr>
                        <a:t>Adaptive Random Forest, XGBoost </a:t>
                      </a:r>
                      <a:endParaRPr lang="zh-CN" altLang="en-US" sz="1400" b="0" i="0" u="none" strike="noStrike" kern="0" cap="none" spc="0" baseline="0">
                        <a:solidFill>
                          <a:srgbClr val="000000"/>
                        </a:solidFill>
                        <a:latin typeface="Times New Roman" charset="0"/>
                        <a:ea typeface="Arial" charset="0"/>
                        <a:cs typeface="Times New Roman" charset="0"/>
                        <a:sym typeface="Arial" charset="0"/>
                      </a:endParaRPr>
                    </a:p>
                  </a:txBody>
                  <a:tcPr marL="0" marR="0" marT="0" marB="0" anchor="ctr">
                    <a:lnL>
                      <a:noFill/>
                    </a:lnL>
                    <a:lnR>
                      <a:noFill/>
                    </a:lnR>
                    <a:lnT>
                      <a:noFill/>
                    </a:lnT>
                    <a:lnB>
                      <a:noFill/>
                    </a:lnB>
                  </a:tcPr>
                </a:tc>
                <a:tc>
                  <a:txBody>
                    <a:bodyPr/>
                    <a:lstStyle/>
                    <a:p>
                      <a:pPr marL="0" indent="0" algn="l">
                        <a:lnSpc>
                          <a:spcPct val="100000"/>
                        </a:lnSpc>
                        <a:spcBef>
                          <a:spcPts val="0"/>
                        </a:spcBef>
                        <a:spcAft>
                          <a:spcPts val="0"/>
                        </a:spcAft>
                        <a:buNone/>
                      </a:pPr>
                      <a:r>
                        <a:rPr lang="en-US" altLang="zh-CN" sz="1400" b="0" i="0" u="none" strike="noStrike" kern="0" cap="none" spc="0" baseline="0">
                          <a:solidFill>
                            <a:srgbClr val="000000"/>
                          </a:solidFill>
                          <a:latin typeface="Times New Roman" charset="0"/>
                          <a:ea typeface="Arial" charset="0"/>
                          <a:cs typeface="Times New Roman" charset="0"/>
                          <a:sym typeface="Arial" charset="0"/>
                        </a:rPr>
                        <a:t>Hybrid XGBoost-Random Forest achieved 98.8% success in parking prediction and allocation.</a:t>
                      </a:r>
                      <a:endParaRPr lang="zh-CN" altLang="en-US" sz="1400" b="0" i="0" u="none" strike="noStrike" kern="0" cap="none" spc="0" baseline="0">
                        <a:solidFill>
                          <a:srgbClr val="000000"/>
                        </a:solidFill>
                        <a:latin typeface="Times New Roman" charset="0"/>
                        <a:ea typeface="Arial" charset="0"/>
                        <a:cs typeface="Times New Roman" charset="0"/>
                        <a:sym typeface="Arial" charset="0"/>
                      </a:endParaRPr>
                    </a:p>
                  </a:txBody>
                  <a:tcPr marL="0" marR="0" marT="0" marB="0" anchor="ctr">
                    <a:lnL>
                      <a:noFill/>
                    </a:lnL>
                    <a:lnR>
                      <a:noFill/>
                    </a:lnR>
                    <a:lnT>
                      <a:noFill/>
                    </a:lnT>
                    <a:lnB>
                      <a:noFill/>
                    </a:lnB>
                  </a:tcPr>
                </a:tc>
              </a:tr>
              <a:tr h="903956">
                <a:tc>
                  <a:txBody>
                    <a:bodyPr/>
                    <a:lstStyle/>
                    <a:p>
                      <a:pPr marL="0" indent="0" algn="l">
                        <a:lnSpc>
                          <a:spcPct val="100000"/>
                        </a:lnSpc>
                        <a:spcBef>
                          <a:spcPts val="0"/>
                        </a:spcBef>
                        <a:spcAft>
                          <a:spcPts val="0"/>
                        </a:spcAft>
                        <a:buNone/>
                      </a:pPr>
                      <a:r>
                        <a:rPr lang="en-US" altLang="zh-CN" sz="1400" b="0" i="0" u="none" strike="noStrike" kern="0" cap="none" spc="0" baseline="0">
                          <a:solidFill>
                            <a:srgbClr val="000000"/>
                          </a:solidFill>
                          <a:latin typeface="Times New Roman" charset="0"/>
                          <a:ea typeface="Arial" charset="0"/>
                          <a:cs typeface="Times New Roman" charset="0"/>
                          <a:sym typeface="Arial" charset="0"/>
                        </a:rPr>
                        <a:t>2</a:t>
                      </a:r>
                      <a:endParaRPr lang="zh-CN" altLang="en-US" sz="1400" b="0" i="0" u="none" strike="noStrike" kern="0" cap="none" spc="0" baseline="0">
                        <a:solidFill>
                          <a:srgbClr val="000000"/>
                        </a:solidFill>
                        <a:latin typeface="Times New Roman" charset="0"/>
                        <a:ea typeface="Arial" charset="0"/>
                        <a:cs typeface="Times New Roman" charset="0"/>
                        <a:sym typeface="Arial" charset="0"/>
                      </a:endParaRPr>
                    </a:p>
                  </a:txBody>
                  <a:tcPr marL="0" marR="0" marT="0" marB="0" anchor="ctr">
                    <a:lnL>
                      <a:noFill/>
                    </a:lnL>
                    <a:lnR>
                      <a:noFill/>
                    </a:lnR>
                    <a:lnT>
                      <a:noFill/>
                    </a:lnT>
                    <a:lnB>
                      <a:noFill/>
                    </a:lnB>
                  </a:tcPr>
                </a:tc>
                <a:tc>
                  <a:txBody>
                    <a:bodyPr/>
                    <a:lstStyle/>
                    <a:p>
                      <a:pPr marL="0" indent="0" algn="l">
                        <a:lnSpc>
                          <a:spcPct val="100000"/>
                        </a:lnSpc>
                        <a:spcBef>
                          <a:spcPts val="0"/>
                        </a:spcBef>
                        <a:spcAft>
                          <a:spcPts val="0"/>
                        </a:spcAft>
                        <a:buNone/>
                      </a:pPr>
                      <a:r>
                        <a:rPr lang="en-US" altLang="zh-CN" sz="1400" b="0" i="0" u="none" strike="noStrike" kern="0" cap="none" spc="0" baseline="0">
                          <a:solidFill>
                            <a:srgbClr val="000000"/>
                          </a:solidFill>
                          <a:latin typeface="Times New Roman" charset="0"/>
                          <a:ea typeface="Arial" charset="0"/>
                          <a:cs typeface="Times New Roman" charset="0"/>
                          <a:sym typeface="Arial" charset="0"/>
                        </a:rPr>
                        <a:t>Explainable AI for Predictive Parking Space Identification Using PostCode</a:t>
                      </a:r>
                      <a:endParaRPr lang="zh-CN" altLang="en-US" sz="1400" b="0" i="0" u="none" strike="noStrike" kern="0" cap="none" spc="0" baseline="0">
                        <a:solidFill>
                          <a:srgbClr val="000000"/>
                        </a:solidFill>
                        <a:latin typeface="Times New Roman" charset="0"/>
                        <a:ea typeface="Arial" charset="0"/>
                        <a:cs typeface="Times New Roman" charset="0"/>
                        <a:sym typeface="Arial" charset="0"/>
                      </a:endParaRPr>
                    </a:p>
                  </a:txBody>
                  <a:tcPr marL="0" marR="0" marT="0" marB="0" anchor="ctr">
                    <a:lnL>
                      <a:noFill/>
                    </a:lnL>
                    <a:lnR>
                      <a:noFill/>
                    </a:lnR>
                    <a:lnT>
                      <a:noFill/>
                    </a:lnT>
                    <a:lnB>
                      <a:noFill/>
                    </a:lnB>
                  </a:tcPr>
                </a:tc>
                <a:tc>
                  <a:txBody>
                    <a:bodyPr/>
                    <a:lstStyle/>
                    <a:p>
                      <a:pPr marL="0" indent="0" algn="l">
                        <a:lnSpc>
                          <a:spcPct val="100000"/>
                        </a:lnSpc>
                        <a:spcBef>
                          <a:spcPts val="0"/>
                        </a:spcBef>
                        <a:spcAft>
                          <a:spcPts val="0"/>
                        </a:spcAft>
                        <a:buNone/>
                      </a:pPr>
                      <a:r>
                        <a:rPr lang="en-US" altLang="zh-CN" sz="1400" b="0" i="0" u="none" strike="noStrike" kern="0" cap="none" spc="0" baseline="0">
                          <a:solidFill>
                            <a:srgbClr val="000000"/>
                          </a:solidFill>
                          <a:latin typeface="Times New Roman" charset="0"/>
                          <a:ea typeface="Arial" charset="0"/>
                          <a:cs typeface="Times New Roman" charset="0"/>
                          <a:sym typeface="Arial" charset="0"/>
                        </a:rPr>
                        <a:t>2026</a:t>
                      </a:r>
                      <a:endParaRPr lang="zh-CN" altLang="en-US" sz="1400" b="0" i="0" u="none" strike="noStrike" kern="0" cap="none" spc="0" baseline="0">
                        <a:solidFill>
                          <a:srgbClr val="000000"/>
                        </a:solidFill>
                        <a:latin typeface="Times New Roman" charset="0"/>
                        <a:ea typeface="Arial" charset="0"/>
                        <a:cs typeface="Times New Roman" charset="0"/>
                        <a:sym typeface="Arial" charset="0"/>
                      </a:endParaRPr>
                    </a:p>
                  </a:txBody>
                  <a:tcPr marL="0" marR="0" marT="0" marB="0" anchor="ctr">
                    <a:lnL>
                      <a:noFill/>
                    </a:lnL>
                    <a:lnR>
                      <a:noFill/>
                    </a:lnR>
                    <a:lnT>
                      <a:noFill/>
                    </a:lnT>
                    <a:lnB>
                      <a:noFill/>
                    </a:lnB>
                  </a:tcPr>
                </a:tc>
                <a:tc>
                  <a:txBody>
                    <a:bodyPr/>
                    <a:lstStyle/>
                    <a:p>
                      <a:pPr marL="0" indent="0" algn="l">
                        <a:lnSpc>
                          <a:spcPct val="100000"/>
                        </a:lnSpc>
                        <a:spcBef>
                          <a:spcPts val="0"/>
                        </a:spcBef>
                        <a:spcAft>
                          <a:spcPts val="0"/>
                        </a:spcAft>
                        <a:buNone/>
                      </a:pPr>
                      <a:r>
                        <a:rPr lang="en-US" altLang="zh-CN" sz="1400" b="0" i="0" u="none" strike="noStrike" kern="0" cap="none" spc="0" baseline="0">
                          <a:solidFill>
                            <a:srgbClr val="000000"/>
                          </a:solidFill>
                          <a:latin typeface="Times New Roman" charset="0"/>
                          <a:ea typeface="Arial" charset="0"/>
                          <a:cs typeface="Times New Roman" charset="0"/>
                          <a:sym typeface="Arial" charset="0"/>
                        </a:rPr>
                        <a:t>Random Forest, XGBoost</a:t>
                      </a:r>
                      <a:endParaRPr lang="zh-CN" altLang="en-US" sz="1400" b="0" i="0" u="none" strike="noStrike" kern="0" cap="none" spc="0" baseline="0">
                        <a:solidFill>
                          <a:srgbClr val="000000"/>
                        </a:solidFill>
                        <a:latin typeface="Times New Roman" charset="0"/>
                        <a:ea typeface="Arial" charset="0"/>
                        <a:cs typeface="Times New Roman" charset="0"/>
                        <a:sym typeface="Arial" charset="0"/>
                      </a:endParaRPr>
                    </a:p>
                  </a:txBody>
                  <a:tcPr marL="0" marR="0" marT="0" marB="0" anchor="ctr">
                    <a:lnL>
                      <a:noFill/>
                    </a:lnL>
                    <a:lnR>
                      <a:noFill/>
                    </a:lnR>
                    <a:lnT>
                      <a:noFill/>
                    </a:lnT>
                    <a:lnB>
                      <a:noFill/>
                    </a:lnB>
                  </a:tcPr>
                </a:tc>
                <a:tc>
                  <a:txBody>
                    <a:bodyPr/>
                    <a:lstStyle/>
                    <a:p>
                      <a:pPr marL="0" indent="0" algn="l">
                        <a:lnSpc>
                          <a:spcPct val="100000"/>
                        </a:lnSpc>
                        <a:spcBef>
                          <a:spcPts val="0"/>
                        </a:spcBef>
                        <a:spcAft>
                          <a:spcPts val="0"/>
                        </a:spcAft>
                        <a:buNone/>
                      </a:pPr>
                      <a:r>
                        <a:rPr lang="en-US" altLang="zh-CN" sz="1400" b="0" i="0" u="none" strike="noStrike" kern="0" cap="none" spc="0" baseline="0">
                          <a:solidFill>
                            <a:srgbClr val="000000"/>
                          </a:solidFill>
                          <a:latin typeface="Times New Roman" charset="0"/>
                          <a:ea typeface="Arial" charset="0"/>
                          <a:cs typeface="Times New Roman" charset="0"/>
                          <a:sym typeface="Arial" charset="0"/>
                        </a:rPr>
                        <a:t>Random Forest achieved 92% accuracy in predicting available parking spaces.</a:t>
                      </a:r>
                      <a:endParaRPr lang="zh-CN" altLang="en-US" sz="1400" b="0" i="0" u="none" strike="noStrike" kern="0" cap="none" spc="0" baseline="0">
                        <a:solidFill>
                          <a:srgbClr val="000000"/>
                        </a:solidFill>
                        <a:latin typeface="Times New Roman" charset="0"/>
                        <a:ea typeface="Arial" charset="0"/>
                        <a:cs typeface="Times New Roman" charset="0"/>
                        <a:sym typeface="Arial" charset="0"/>
                      </a:endParaRPr>
                    </a:p>
                  </a:txBody>
                  <a:tcPr marL="0" marR="0" marT="0" marB="0" anchor="ctr">
                    <a:lnL>
                      <a:noFill/>
                    </a:lnL>
                    <a:lnR>
                      <a:noFill/>
                    </a:lnR>
                    <a:lnT>
                      <a:noFill/>
                    </a:lnT>
                    <a:lnB>
                      <a:noFill/>
                    </a:lnB>
                  </a:tcPr>
                </a:tc>
              </a:tr>
              <a:tr h="903956">
                <a:tc>
                  <a:txBody>
                    <a:bodyPr/>
                    <a:lstStyle/>
                    <a:p>
                      <a:pPr marL="0" indent="0" algn="l">
                        <a:lnSpc>
                          <a:spcPct val="100000"/>
                        </a:lnSpc>
                        <a:spcBef>
                          <a:spcPts val="0"/>
                        </a:spcBef>
                        <a:spcAft>
                          <a:spcPts val="0"/>
                        </a:spcAft>
                        <a:buNone/>
                      </a:pPr>
                      <a:r>
                        <a:rPr lang="en-US" altLang="zh-CN" sz="1400" b="0" i="0" u="none" strike="noStrike" kern="0" cap="none" spc="0" baseline="0">
                          <a:solidFill>
                            <a:srgbClr val="000000"/>
                          </a:solidFill>
                          <a:latin typeface="Times New Roman" charset="0"/>
                          <a:ea typeface="Arial" charset="0"/>
                          <a:cs typeface="Times New Roman" charset="0"/>
                          <a:sym typeface="Arial" charset="0"/>
                        </a:rPr>
                        <a:t>3</a:t>
                      </a:r>
                      <a:endParaRPr lang="zh-CN" altLang="en-US" sz="1400" b="0" i="0" u="none" strike="noStrike" kern="0" cap="none" spc="0" baseline="0">
                        <a:solidFill>
                          <a:srgbClr val="000000"/>
                        </a:solidFill>
                        <a:latin typeface="Times New Roman" charset="0"/>
                        <a:ea typeface="Arial" charset="0"/>
                        <a:cs typeface="Times New Roman" charset="0"/>
                        <a:sym typeface="Arial" charset="0"/>
                      </a:endParaRPr>
                    </a:p>
                  </a:txBody>
                  <a:tcPr marL="0" marR="0" marT="0" marB="0" anchor="ctr">
                    <a:lnL>
                      <a:noFill/>
                    </a:lnL>
                    <a:lnR>
                      <a:noFill/>
                    </a:lnR>
                    <a:lnT>
                      <a:noFill/>
                    </a:lnT>
                    <a:lnB>
                      <a:noFill/>
                    </a:lnB>
                  </a:tcPr>
                </a:tc>
                <a:tc>
                  <a:txBody>
                    <a:bodyPr/>
                    <a:lstStyle/>
                    <a:p>
                      <a:pPr marL="0" indent="0" algn="l">
                        <a:lnSpc>
                          <a:spcPct val="100000"/>
                        </a:lnSpc>
                        <a:spcBef>
                          <a:spcPts val="0"/>
                        </a:spcBef>
                        <a:spcAft>
                          <a:spcPts val="0"/>
                        </a:spcAft>
                        <a:buNone/>
                      </a:pPr>
                      <a:r>
                        <a:rPr lang="en-US" altLang="zh-CN" sz="1400" b="0" i="0" u="none" strike="noStrike" kern="0" cap="none" spc="0" baseline="0">
                          <a:solidFill>
                            <a:srgbClr val="000000"/>
                          </a:solidFill>
                          <a:latin typeface="Times New Roman" charset="0"/>
                          <a:ea typeface="Arial" charset="0"/>
                          <a:cs typeface="Times New Roman" charset="0"/>
                          <a:sym typeface="Arial" charset="0"/>
                        </a:rPr>
                        <a:t>Enhancing Urban Parking Efficiency Through Machine Learning Model Integration</a:t>
                      </a:r>
                      <a:endParaRPr lang="zh-CN" altLang="en-US" sz="1400" b="0" i="0" u="none" strike="noStrike" kern="0" cap="none" spc="0" baseline="0">
                        <a:solidFill>
                          <a:srgbClr val="000000"/>
                        </a:solidFill>
                        <a:latin typeface="Times New Roman" charset="0"/>
                        <a:ea typeface="Arial" charset="0"/>
                        <a:cs typeface="Times New Roman" charset="0"/>
                        <a:sym typeface="Arial" charset="0"/>
                      </a:endParaRPr>
                    </a:p>
                  </a:txBody>
                  <a:tcPr marL="0" marR="0" marT="0" marB="0" anchor="ctr">
                    <a:lnL>
                      <a:noFill/>
                    </a:lnL>
                    <a:lnR>
                      <a:noFill/>
                    </a:lnR>
                    <a:lnT>
                      <a:noFill/>
                    </a:lnT>
                    <a:lnB>
                      <a:noFill/>
                    </a:lnB>
                  </a:tcPr>
                </a:tc>
                <a:tc>
                  <a:txBody>
                    <a:bodyPr/>
                    <a:lstStyle/>
                    <a:p>
                      <a:pPr marL="0" indent="0" algn="l">
                        <a:lnSpc>
                          <a:spcPct val="100000"/>
                        </a:lnSpc>
                        <a:spcBef>
                          <a:spcPts val="0"/>
                        </a:spcBef>
                        <a:spcAft>
                          <a:spcPts val="0"/>
                        </a:spcAft>
                        <a:buNone/>
                      </a:pPr>
                      <a:r>
                        <a:rPr lang="en-US" altLang="zh-CN" sz="1400" b="0" i="0" u="none" strike="noStrike" kern="0" cap="none" spc="0" baseline="0">
                          <a:solidFill>
                            <a:srgbClr val="000000"/>
                          </a:solidFill>
                          <a:latin typeface="Times New Roman" charset="0"/>
                          <a:ea typeface="Arial" charset="0"/>
                          <a:cs typeface="Times New Roman" charset="0"/>
                          <a:sym typeface="Arial" charset="0"/>
                        </a:rPr>
                        <a:t>2024</a:t>
                      </a:r>
                      <a:endParaRPr lang="zh-CN" altLang="en-US" sz="1400" b="0" i="0" u="none" strike="noStrike" kern="0" cap="none" spc="0" baseline="0">
                        <a:solidFill>
                          <a:srgbClr val="000000"/>
                        </a:solidFill>
                        <a:latin typeface="Times New Roman" charset="0"/>
                        <a:ea typeface="Arial" charset="0"/>
                        <a:cs typeface="Times New Roman" charset="0"/>
                        <a:sym typeface="Arial" charset="0"/>
                      </a:endParaRPr>
                    </a:p>
                  </a:txBody>
                  <a:tcPr marL="0" marR="0" marT="0" marB="0" anchor="ctr">
                    <a:lnL>
                      <a:noFill/>
                    </a:lnL>
                    <a:lnR>
                      <a:noFill/>
                    </a:lnR>
                    <a:lnT>
                      <a:noFill/>
                    </a:lnT>
                    <a:lnB>
                      <a:noFill/>
                    </a:lnB>
                  </a:tcPr>
                </a:tc>
                <a:tc>
                  <a:txBody>
                    <a:bodyPr/>
                    <a:lstStyle/>
                    <a:p>
                      <a:pPr marL="0" indent="0" algn="l">
                        <a:lnSpc>
                          <a:spcPct val="100000"/>
                        </a:lnSpc>
                        <a:spcBef>
                          <a:spcPts val="0"/>
                        </a:spcBef>
                        <a:spcAft>
                          <a:spcPts val="0"/>
                        </a:spcAft>
                        <a:buNone/>
                      </a:pPr>
                      <a:r>
                        <a:rPr lang="en-US" altLang="zh-CN" sz="1400" b="0" i="0" u="none" strike="noStrike" kern="0" cap="none" spc="0" baseline="0">
                          <a:solidFill>
                            <a:srgbClr val="000000"/>
                          </a:solidFill>
                          <a:latin typeface="Times New Roman" charset="0"/>
                          <a:ea typeface="Arial" charset="0"/>
                          <a:cs typeface="Times New Roman" charset="0"/>
                          <a:sym typeface="Arial" charset="0"/>
                        </a:rPr>
                        <a:t>Random Forest,Linear Regression, </a:t>
                      </a:r>
                      <a:endParaRPr lang="zh-CN" altLang="en-US" sz="1400" b="0" i="0" u="none" strike="noStrike" kern="0" cap="none" spc="0" baseline="0">
                        <a:solidFill>
                          <a:srgbClr val="000000"/>
                        </a:solidFill>
                        <a:latin typeface="Times New Roman" charset="0"/>
                        <a:ea typeface="Arial" charset="0"/>
                        <a:cs typeface="Times New Roman" charset="0"/>
                        <a:sym typeface="Arial" charset="0"/>
                      </a:endParaRPr>
                    </a:p>
                  </a:txBody>
                  <a:tcPr marL="0" marR="0" marT="0" marB="0" anchor="ctr">
                    <a:lnL>
                      <a:noFill/>
                    </a:lnL>
                    <a:lnR>
                      <a:noFill/>
                    </a:lnR>
                    <a:lnT>
                      <a:noFill/>
                    </a:lnT>
                    <a:lnB>
                      <a:noFill/>
                    </a:lnB>
                  </a:tcPr>
                </a:tc>
                <a:tc>
                  <a:txBody>
                    <a:bodyPr/>
                    <a:lstStyle/>
                    <a:p>
                      <a:pPr marL="0" indent="0" algn="l">
                        <a:lnSpc>
                          <a:spcPct val="100000"/>
                        </a:lnSpc>
                        <a:spcBef>
                          <a:spcPts val="0"/>
                        </a:spcBef>
                        <a:spcAft>
                          <a:spcPts val="0"/>
                        </a:spcAft>
                        <a:buNone/>
                      </a:pPr>
                      <a:r>
                        <a:rPr lang="en-US" altLang="zh-CN" sz="1400" b="0" i="0" u="none" strike="noStrike" kern="0" cap="none" spc="0" baseline="0">
                          <a:solidFill>
                            <a:srgbClr val="000000"/>
                          </a:solidFill>
                          <a:latin typeface="Times New Roman" charset="0"/>
                          <a:ea typeface="Arial" charset="0"/>
                          <a:cs typeface="Times New Roman" charset="0"/>
                          <a:sym typeface="Arial" charset="0"/>
                        </a:rPr>
                        <a:t>Random Forest was the most reliable model for predicting parking availability.</a:t>
                      </a:r>
                      <a:endParaRPr lang="zh-CN" altLang="en-US" sz="1400" b="0" i="0" u="none" strike="noStrike" kern="0" cap="none" spc="0" baseline="0">
                        <a:solidFill>
                          <a:srgbClr val="000000"/>
                        </a:solidFill>
                        <a:latin typeface="Times New Roman" charset="0"/>
                        <a:ea typeface="Arial" charset="0"/>
                        <a:cs typeface="Times New Roman" charset="0"/>
                        <a:sym typeface="Arial" charset="0"/>
                      </a:endParaRPr>
                    </a:p>
                  </a:txBody>
                  <a:tcPr marL="0" marR="0" marT="0" marB="0" anchor="ctr">
                    <a:lnL>
                      <a:noFill/>
                    </a:lnL>
                    <a:lnR>
                      <a:noFill/>
                    </a:lnR>
                    <a:lnT>
                      <a:noFill/>
                    </a:lnT>
                    <a:lnB>
                      <a:noFill/>
                    </a:lnB>
                  </a:tcPr>
                </a:tc>
              </a:tr>
              <a:tr h="1168385">
                <a:tc>
                  <a:txBody>
                    <a:bodyPr/>
                    <a:lstStyle/>
                    <a:p>
                      <a:pPr marL="0" indent="0" algn="l">
                        <a:lnSpc>
                          <a:spcPct val="100000"/>
                        </a:lnSpc>
                        <a:spcBef>
                          <a:spcPts val="0"/>
                        </a:spcBef>
                        <a:spcAft>
                          <a:spcPts val="0"/>
                        </a:spcAft>
                        <a:buNone/>
                      </a:pPr>
                      <a:r>
                        <a:rPr lang="en-US" altLang="zh-CN" sz="1400" b="0" i="0" u="none" strike="noStrike" kern="0" cap="none" spc="0" baseline="0">
                          <a:solidFill>
                            <a:srgbClr val="000000"/>
                          </a:solidFill>
                          <a:latin typeface="Times New Roman" charset="0"/>
                          <a:ea typeface="Arial" charset="0"/>
                          <a:cs typeface="Times New Roman" charset="0"/>
                          <a:sym typeface="Arial" charset="0"/>
                        </a:rPr>
                        <a:t>4</a:t>
                      </a:r>
                      <a:endParaRPr lang="zh-CN" altLang="en-US" sz="1400" b="0" i="0" u="none" strike="noStrike" kern="0" cap="none" spc="0" baseline="0">
                        <a:solidFill>
                          <a:srgbClr val="000000"/>
                        </a:solidFill>
                        <a:latin typeface="Times New Roman" charset="0"/>
                        <a:ea typeface="Arial" charset="0"/>
                        <a:cs typeface="Times New Roman" charset="0"/>
                        <a:sym typeface="Arial" charset="0"/>
                      </a:endParaRPr>
                    </a:p>
                  </a:txBody>
                  <a:tcPr marL="0" marR="0" marT="0" marB="0" anchor="ctr">
                    <a:lnL>
                      <a:noFill/>
                    </a:lnL>
                    <a:lnR>
                      <a:noFill/>
                    </a:lnR>
                    <a:lnT>
                      <a:noFill/>
                    </a:lnT>
                    <a:lnB>
                      <a:noFill/>
                    </a:lnB>
                  </a:tcPr>
                </a:tc>
                <a:tc>
                  <a:txBody>
                    <a:bodyPr/>
                    <a:lstStyle/>
                    <a:p>
                      <a:pPr marL="0" indent="0" algn="l">
                        <a:lnSpc>
                          <a:spcPct val="100000"/>
                        </a:lnSpc>
                        <a:spcBef>
                          <a:spcPts val="0"/>
                        </a:spcBef>
                        <a:spcAft>
                          <a:spcPts val="0"/>
                        </a:spcAft>
                        <a:buNone/>
                      </a:pPr>
                      <a:r>
                        <a:rPr lang="en-US" altLang="zh-CN" sz="1400" b="0" i="0" u="none" strike="noStrike" kern="0" cap="none" spc="0" baseline="0">
                          <a:solidFill>
                            <a:srgbClr val="000000"/>
                          </a:solidFill>
                          <a:latin typeface="Times New Roman" charset="0"/>
                          <a:ea typeface="Arial" charset="0"/>
                          <a:cs typeface="Times New Roman" charset="0"/>
                          <a:sym typeface="Arial" charset="0"/>
                        </a:rPr>
                        <a:t>Machine Learning-Based Prediction of Parking Space Availability in IoT-Enabled Smart Parking Management Systems</a:t>
                      </a:r>
                      <a:endParaRPr lang="zh-CN" altLang="en-US" sz="1400" b="0" i="0" u="none" strike="noStrike" kern="0" cap="none" spc="0" baseline="0">
                        <a:solidFill>
                          <a:srgbClr val="000000"/>
                        </a:solidFill>
                        <a:latin typeface="Times New Roman" charset="0"/>
                        <a:ea typeface="Arial" charset="0"/>
                        <a:cs typeface="Times New Roman" charset="0"/>
                        <a:sym typeface="Arial" charset="0"/>
                      </a:endParaRPr>
                    </a:p>
                  </a:txBody>
                  <a:tcPr marL="0" marR="0" marT="0" marB="0" anchor="ctr">
                    <a:lnL>
                      <a:noFill/>
                    </a:lnL>
                    <a:lnR>
                      <a:noFill/>
                    </a:lnR>
                    <a:lnT>
                      <a:noFill/>
                    </a:lnT>
                    <a:lnB>
                      <a:noFill/>
                    </a:lnB>
                  </a:tcPr>
                </a:tc>
                <a:tc>
                  <a:txBody>
                    <a:bodyPr/>
                    <a:lstStyle/>
                    <a:p>
                      <a:pPr marL="0" indent="0" algn="l">
                        <a:lnSpc>
                          <a:spcPct val="100000"/>
                        </a:lnSpc>
                        <a:spcBef>
                          <a:spcPts val="0"/>
                        </a:spcBef>
                        <a:spcAft>
                          <a:spcPts val="0"/>
                        </a:spcAft>
                        <a:buNone/>
                      </a:pPr>
                      <a:r>
                        <a:rPr lang="en-US" altLang="zh-CN" sz="1400" b="0" i="0" u="none" strike="noStrike" kern="0" cap="none" spc="0" baseline="0">
                          <a:solidFill>
                            <a:srgbClr val="000000"/>
                          </a:solidFill>
                          <a:latin typeface="Times New Roman" charset="0"/>
                          <a:ea typeface="Arial" charset="0"/>
                          <a:cs typeface="Times New Roman" charset="0"/>
                          <a:sym typeface="Arial" charset="0"/>
                        </a:rPr>
                        <a:t>2024</a:t>
                      </a:r>
                      <a:endParaRPr lang="zh-CN" altLang="en-US" sz="1400" b="0" i="0" u="none" strike="noStrike" kern="0" cap="none" spc="0" baseline="0">
                        <a:solidFill>
                          <a:srgbClr val="000000"/>
                        </a:solidFill>
                        <a:latin typeface="Times New Roman" charset="0"/>
                        <a:ea typeface="Arial" charset="0"/>
                        <a:cs typeface="Times New Roman" charset="0"/>
                        <a:sym typeface="Arial" charset="0"/>
                      </a:endParaRPr>
                    </a:p>
                  </a:txBody>
                  <a:tcPr marL="0" marR="0" marT="0" marB="0" anchor="ctr">
                    <a:lnL>
                      <a:noFill/>
                    </a:lnL>
                    <a:lnR>
                      <a:noFill/>
                    </a:lnR>
                    <a:lnT>
                      <a:noFill/>
                    </a:lnT>
                    <a:lnB>
                      <a:noFill/>
                    </a:lnB>
                  </a:tcPr>
                </a:tc>
                <a:tc>
                  <a:txBody>
                    <a:bodyPr/>
                    <a:lstStyle/>
                    <a:p>
                      <a:pPr marL="0" indent="0" algn="l">
                        <a:lnSpc>
                          <a:spcPct val="100000"/>
                        </a:lnSpc>
                        <a:spcBef>
                          <a:spcPts val="0"/>
                        </a:spcBef>
                        <a:spcAft>
                          <a:spcPts val="0"/>
                        </a:spcAft>
                        <a:buNone/>
                      </a:pPr>
                      <a:r>
                        <a:rPr lang="en-US" altLang="zh-CN" sz="1400" b="0" i="0" u="none" strike="noStrike" kern="0" cap="none" spc="0" baseline="0">
                          <a:solidFill>
                            <a:srgbClr val="000000"/>
                          </a:solidFill>
                          <a:latin typeface="Times New Roman" charset="0"/>
                          <a:ea typeface="Arial" charset="0"/>
                          <a:cs typeface="Times New Roman" charset="0"/>
                          <a:sym typeface="Arial" charset="0"/>
                        </a:rPr>
                        <a:t>Random Forest</a:t>
                      </a:r>
                      <a:endParaRPr lang="zh-CN" altLang="en-US" sz="1400" b="0" i="0" u="none" strike="noStrike" kern="0" cap="none" spc="0" baseline="0">
                        <a:solidFill>
                          <a:srgbClr val="000000"/>
                        </a:solidFill>
                        <a:latin typeface="Times New Roman" charset="0"/>
                        <a:ea typeface="Arial" charset="0"/>
                        <a:cs typeface="Times New Roman" charset="0"/>
                        <a:sym typeface="Arial" charset="0"/>
                      </a:endParaRPr>
                    </a:p>
                  </a:txBody>
                  <a:tcPr marL="0" marR="0" marT="0" marB="0" anchor="ctr">
                    <a:lnL>
                      <a:noFill/>
                    </a:lnL>
                    <a:lnR>
                      <a:noFill/>
                    </a:lnR>
                    <a:lnT>
                      <a:noFill/>
                    </a:lnT>
                    <a:lnB>
                      <a:noFill/>
                    </a:lnB>
                  </a:tcPr>
                </a:tc>
                <a:tc>
                  <a:txBody>
                    <a:bodyPr/>
                    <a:lstStyle/>
                    <a:p>
                      <a:pPr marL="0" indent="0" algn="l">
                        <a:lnSpc>
                          <a:spcPct val="100000"/>
                        </a:lnSpc>
                        <a:spcBef>
                          <a:spcPts val="0"/>
                        </a:spcBef>
                        <a:spcAft>
                          <a:spcPts val="0"/>
                        </a:spcAft>
                        <a:buNone/>
                      </a:pPr>
                      <a:r>
                        <a:rPr lang="en-US" altLang="zh-CN" sz="1400" b="0" i="0" u="none" strike="noStrike" kern="0" cap="none" spc="0" baseline="0">
                          <a:solidFill>
                            <a:srgbClr val="000000"/>
                          </a:solidFill>
                          <a:latin typeface="Times New Roman" charset="0"/>
                          <a:ea typeface="Arial" charset="0"/>
                          <a:cs typeface="Times New Roman" charset="0"/>
                          <a:sym typeface="Arial" charset="0"/>
                        </a:rPr>
                        <a:t>Random Forest achieved 93.96% accuracy and outperformed the other evaluated models.</a:t>
                      </a:r>
                      <a:endParaRPr lang="zh-CN" altLang="en-US" sz="1400" b="0" i="0" u="none" strike="noStrike" kern="0" cap="none" spc="0" baseline="0">
                        <a:solidFill>
                          <a:srgbClr val="000000"/>
                        </a:solidFill>
                        <a:latin typeface="Times New Roman" charset="0"/>
                        <a:ea typeface="Arial" charset="0"/>
                        <a:cs typeface="Times New Roman" charset="0"/>
                        <a:sym typeface="Arial" charset="0"/>
                      </a:endParaRPr>
                    </a:p>
                  </a:txBody>
                  <a:tcPr marL="0" marR="0" marT="0" marB="0" anchor="ctr">
                    <a:lnL>
                      <a:noFill/>
                    </a:lnL>
                    <a:lnR>
                      <a:noFill/>
                    </a:lnR>
                    <a:lnT>
                      <a:noFill/>
                    </a:lnT>
                    <a:lnB>
                      <a:noFill/>
                    </a:lnB>
                  </a:tcPr>
                </a:tc>
              </a:tr>
              <a:tr h="903956">
                <a:tc>
                  <a:txBody>
                    <a:bodyPr/>
                    <a:lstStyle/>
                    <a:p>
                      <a:pPr marL="0" indent="0" algn="l">
                        <a:lnSpc>
                          <a:spcPct val="100000"/>
                        </a:lnSpc>
                        <a:spcBef>
                          <a:spcPts val="0"/>
                        </a:spcBef>
                        <a:spcAft>
                          <a:spcPts val="0"/>
                        </a:spcAft>
                        <a:buNone/>
                      </a:pPr>
                      <a:r>
                        <a:rPr lang="en-US" altLang="zh-CN" sz="1400" b="0" i="0" u="none" strike="noStrike" kern="0" cap="none" spc="0" baseline="0">
                          <a:solidFill>
                            <a:srgbClr val="000000"/>
                          </a:solidFill>
                          <a:latin typeface="Times New Roman" charset="0"/>
                          <a:ea typeface="Arial" charset="0"/>
                          <a:cs typeface="Times New Roman" charset="0"/>
                          <a:sym typeface="Arial" charset="0"/>
                        </a:rPr>
                        <a:t>5</a:t>
                      </a:r>
                      <a:endParaRPr lang="zh-CN" altLang="en-US" sz="1400" b="0" i="0" u="none" strike="noStrike" kern="0" cap="none" spc="0" baseline="0">
                        <a:solidFill>
                          <a:srgbClr val="000000"/>
                        </a:solidFill>
                        <a:latin typeface="Times New Roman" charset="0"/>
                        <a:ea typeface="Arial" charset="0"/>
                        <a:cs typeface="Times New Roman" charset="0"/>
                        <a:sym typeface="Arial" charset="0"/>
                      </a:endParaRPr>
                    </a:p>
                  </a:txBody>
                  <a:tcPr marL="0" marR="0" marT="0" marB="0" anchor="ctr">
                    <a:lnL>
                      <a:noFill/>
                    </a:lnL>
                    <a:lnR>
                      <a:noFill/>
                    </a:lnR>
                    <a:lnT>
                      <a:noFill/>
                    </a:lnT>
                    <a:lnB>
                      <a:noFill/>
                    </a:lnB>
                  </a:tcPr>
                </a:tc>
                <a:tc>
                  <a:txBody>
                    <a:bodyPr/>
                    <a:lstStyle/>
                    <a:p>
                      <a:pPr marL="0" indent="0" algn="l">
                        <a:lnSpc>
                          <a:spcPct val="100000"/>
                        </a:lnSpc>
                        <a:spcBef>
                          <a:spcPts val="0"/>
                        </a:spcBef>
                        <a:spcAft>
                          <a:spcPts val="0"/>
                        </a:spcAft>
                        <a:buNone/>
                      </a:pPr>
                      <a:r>
                        <a:rPr lang="en-US" altLang="zh-CN" sz="1400" b="0" i="0" u="none" strike="noStrike" kern="0" cap="none" spc="0" baseline="0">
                          <a:solidFill>
                            <a:srgbClr val="000000"/>
                          </a:solidFill>
                          <a:latin typeface="Times New Roman" charset="0"/>
                          <a:ea typeface="Arial" charset="0"/>
                          <a:cs typeface="Times New Roman" charset="0"/>
                          <a:sym typeface="Arial" charset="0"/>
                        </a:rPr>
                        <a:t>Proposed Project on Parking management</a:t>
                      </a:r>
                      <a:endParaRPr lang="zh-CN" altLang="en-US" sz="1400" b="0" i="0" u="none" strike="noStrike" kern="0" cap="none" spc="0" baseline="0">
                        <a:solidFill>
                          <a:srgbClr val="000000"/>
                        </a:solidFill>
                        <a:latin typeface="Times New Roman" charset="0"/>
                        <a:ea typeface="Arial" charset="0"/>
                        <a:cs typeface="Times New Roman" charset="0"/>
                        <a:sym typeface="Arial" charset="0"/>
                      </a:endParaRPr>
                    </a:p>
                  </a:txBody>
                  <a:tcPr marL="0" marR="0" marT="0" marB="0" anchor="ctr">
                    <a:lnL>
                      <a:noFill/>
                    </a:lnL>
                    <a:lnR>
                      <a:noFill/>
                    </a:lnR>
                    <a:lnT>
                      <a:noFill/>
                    </a:lnT>
                    <a:lnB>
                      <a:noFill/>
                    </a:lnB>
                  </a:tcPr>
                </a:tc>
                <a:tc>
                  <a:txBody>
                    <a:bodyPr/>
                    <a:lstStyle/>
                    <a:p>
                      <a:pPr marL="0" indent="0" algn="l">
                        <a:lnSpc>
                          <a:spcPct val="100000"/>
                        </a:lnSpc>
                        <a:spcBef>
                          <a:spcPts val="0"/>
                        </a:spcBef>
                        <a:spcAft>
                          <a:spcPts val="0"/>
                        </a:spcAft>
                        <a:buNone/>
                      </a:pPr>
                      <a:r>
                        <a:rPr lang="en-US" altLang="zh-CN" sz="1400" b="0" i="0" u="none" strike="noStrike" kern="0" cap="none" spc="0" baseline="0">
                          <a:solidFill>
                            <a:srgbClr val="000000"/>
                          </a:solidFill>
                          <a:latin typeface="Times New Roman" charset="0"/>
                          <a:ea typeface="Arial" charset="0"/>
                          <a:cs typeface="Times New Roman" charset="0"/>
                          <a:sym typeface="Arial" charset="0"/>
                        </a:rPr>
                        <a:t>2026</a:t>
                      </a:r>
                      <a:endParaRPr lang="zh-CN" altLang="en-US" sz="1400" b="0" i="0" u="none" strike="noStrike" kern="0" cap="none" spc="0" baseline="0">
                        <a:solidFill>
                          <a:srgbClr val="000000"/>
                        </a:solidFill>
                        <a:latin typeface="Times New Roman" charset="0"/>
                        <a:ea typeface="Arial" charset="0"/>
                        <a:cs typeface="Times New Roman" charset="0"/>
                        <a:sym typeface="Arial" charset="0"/>
                      </a:endParaRPr>
                    </a:p>
                  </a:txBody>
                  <a:tcPr marL="0" marR="0" marT="0" marB="0" anchor="ctr">
                    <a:lnL>
                      <a:noFill/>
                    </a:lnL>
                    <a:lnR>
                      <a:noFill/>
                    </a:lnR>
                    <a:lnT>
                      <a:noFill/>
                    </a:lnT>
                    <a:lnB>
                      <a:noFill/>
                    </a:lnB>
                  </a:tcPr>
                </a:tc>
                <a:tc>
                  <a:txBody>
                    <a:bodyPr/>
                    <a:lstStyle/>
                    <a:p>
                      <a:pPr marL="0" indent="0" algn="l">
                        <a:lnSpc>
                          <a:spcPct val="100000"/>
                        </a:lnSpc>
                        <a:spcBef>
                          <a:spcPts val="0"/>
                        </a:spcBef>
                        <a:spcAft>
                          <a:spcPts val="0"/>
                        </a:spcAft>
                        <a:buNone/>
                      </a:pPr>
                      <a:r>
                        <a:rPr lang="en-US" altLang="zh-CN" sz="1400" b="0" i="0" u="none" strike="noStrike" kern="0" cap="none" spc="0" baseline="0">
                          <a:solidFill>
                            <a:srgbClr val="000000"/>
                          </a:solidFill>
                          <a:latin typeface="Times New Roman" charset="0"/>
                          <a:ea typeface="Arial" charset="0"/>
                          <a:cs typeface="Times New Roman" charset="0"/>
                          <a:sym typeface="Arial" charset="0"/>
                        </a:rPr>
                        <a:t>Random Forest Classifier</a:t>
                      </a:r>
                      <a:endParaRPr lang="zh-CN" altLang="en-US" sz="1400" b="0" i="0" u="none" strike="noStrike" kern="0" cap="none" spc="0" baseline="0">
                        <a:solidFill>
                          <a:srgbClr val="000000"/>
                        </a:solidFill>
                        <a:latin typeface="Times New Roman" charset="0"/>
                        <a:ea typeface="Arial" charset="0"/>
                        <a:cs typeface="Times New Roman" charset="0"/>
                        <a:sym typeface="Arial" charset="0"/>
                      </a:endParaRPr>
                    </a:p>
                  </a:txBody>
                  <a:tcPr marL="0" marR="0" marT="0" marB="0" anchor="ctr">
                    <a:lnL>
                      <a:noFill/>
                    </a:lnL>
                    <a:lnR>
                      <a:noFill/>
                    </a:lnR>
                    <a:lnT>
                      <a:noFill/>
                    </a:lnT>
                    <a:lnB>
                      <a:noFill/>
                    </a:lnB>
                  </a:tcPr>
                </a:tc>
                <a:tc>
                  <a:txBody>
                    <a:bodyPr/>
                    <a:lstStyle/>
                    <a:p>
                      <a:pPr marL="0" indent="0" algn="l">
                        <a:lnSpc>
                          <a:spcPct val="100000"/>
                        </a:lnSpc>
                        <a:spcBef>
                          <a:spcPts val="0"/>
                        </a:spcBef>
                        <a:spcAft>
                          <a:spcPts val="0"/>
                        </a:spcAft>
                        <a:buNone/>
                      </a:pPr>
                      <a:r>
                        <a:rPr lang="en-US" altLang="zh-CN" sz="1400" b="0" i="0" u="none" strike="noStrike" kern="0" cap="none" spc="0" baseline="0">
                          <a:solidFill>
                            <a:srgbClr val="000000"/>
                          </a:solidFill>
                          <a:latin typeface="Times New Roman" charset="0"/>
                          <a:ea typeface="Arial" charset="0"/>
                          <a:cs typeface="Times New Roman" charset="0"/>
                          <a:sym typeface="Arial" charset="0"/>
                        </a:rPr>
                        <a:t>Classifies parking spaces as AVAILABLE / OCCUPIED using parking-related features.</a:t>
                      </a:r>
                      <a:endParaRPr lang="zh-CN" altLang="en-US" sz="1400" b="0" i="0" u="none" strike="noStrike" kern="0" cap="none" spc="0" baseline="0">
                        <a:solidFill>
                          <a:srgbClr val="000000"/>
                        </a:solidFill>
                        <a:latin typeface="Times New Roman" charset="0"/>
                        <a:ea typeface="Arial" charset="0"/>
                        <a:cs typeface="Times New Roman" charset="0"/>
                        <a:sym typeface="Arial" charset="0"/>
                      </a:endParaRPr>
                    </a:p>
                  </a:txBody>
                  <a:tcPr marL="0" marR="0" marT="0" marB="0" anchor="ctr">
                    <a:lnL>
                      <a:noFill/>
                    </a:lnL>
                    <a:lnR>
                      <a:noFill/>
                    </a:lnR>
                    <a:lnT>
                      <a:noFill/>
                    </a:lnT>
                    <a:lnB>
                      <a:noFill/>
                    </a:lnB>
                  </a:tcPr>
                </a:tc>
              </a:tr>
            </a:tbl>
          </a:graphicData>
        </a:graphic>
      </p:graphicFrame>
    </p:spTree>
    <p:extLst>
      <p:ext uri="{BB962C8B-B14F-4D97-AF65-F5344CB8AC3E}">
        <p14:creationId xmlns:p14="http://schemas.microsoft.com/office/powerpoint/2010/main" val="668727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3" name="圆角矩形"/>
          <p:cNvSpPr>
            <a:spLocks/>
          </p:cNvSpPr>
          <p:nvPr/>
        </p:nvSpPr>
        <p:spPr>
          <a:xfrm>
            <a:off x="850778" y="1754702"/>
            <a:ext cx="3154680" cy="1508759"/>
          </a:xfrm>
          <a:prstGeom prst="roundRect">
            <a:avLst>
              <a:gd name="adj" fmla="val 16666"/>
            </a:avLst>
          </a:prstGeom>
          <a:solidFill>
            <a:srgbClr val="F2F7FC"/>
          </a:solidFill>
          <a:ln w="19050" cap="flat" cmpd="sng">
            <a:solidFill>
              <a:srgbClr val="0066B4"/>
            </a:solidFill>
            <a:prstDash val="solid"/>
            <a:round/>
          </a:ln>
          <a:effectLst>
            <a:outerShdw blurRad="40000" dist="23000" dir="5400000" rotWithShape="0">
              <a:srgbClr val="000000">
                <a:alpha val="34509"/>
              </a:srgbClr>
            </a:outerShdw>
          </a:effectLst>
        </p:spPr>
        <p:txBody>
          <a:bodyPr vert="horz" wrap="square" lIns="91440" tIns="45720" rIns="91440" bIns="45720" anchor="ctr" anchorCtr="0">
            <a:prstTxWarp prst="textNoShape">
              <a:avLst/>
            </a:prstTxWarp>
          </a:bodyPr>
          <a:lstStyle/>
          <a:p>
            <a:pPr marL="0" indent="0" algn="ctr">
              <a:lnSpc>
                <a:spcPct val="100000"/>
              </a:lnSpc>
              <a:spcBef>
                <a:spcPts val="0"/>
              </a:spcBef>
              <a:spcAft>
                <a:spcPts val="0"/>
              </a:spcAft>
              <a:buNone/>
            </a:pPr>
            <a:r>
              <a:rPr lang="en-US" altLang="zh-CN" sz="1600" b="1" i="0" u="none" strike="noStrike" kern="0" cap="none" spc="0" baseline="0">
                <a:solidFill>
                  <a:srgbClr val="0066B4"/>
                </a:solidFill>
                <a:latin typeface="Times New Roman" charset="0"/>
                <a:ea typeface="宋体"/>
                <a:cs typeface="Arial" charset="0"/>
                <a:sym typeface="Arial" charset="0"/>
              </a:rPr>
              <a:t>1. Parking Data Input</a:t>
            </a:r>
          </a:p>
          <a:p>
            <a:pPr marL="0" indent="0" algn="ctr">
              <a:lnSpc>
                <a:spcPct val="100000"/>
              </a:lnSpc>
              <a:spcBef>
                <a:spcPts val="0"/>
              </a:spcBef>
              <a:spcAft>
                <a:spcPts val="0"/>
              </a:spcAft>
              <a:buNone/>
            </a:pPr>
            <a:r>
              <a:rPr lang="en-US" altLang="zh-CN" sz="1350" b="0" i="0" u="none" strike="noStrike" kern="0" cap="none" spc="0" baseline="0">
                <a:solidFill>
                  <a:srgbClr val="232323"/>
                </a:solidFill>
                <a:latin typeface="Times New Roman" charset="0"/>
                <a:ea typeface="宋体"/>
                <a:cs typeface="Arial" charset="0"/>
                <a:sym typeface="Arial" charset="0"/>
              </a:rPr>
              <a:t>Collect slot ID, date, time, occupancy status and other available attributes.</a:t>
            </a:r>
            <a:endParaRPr lang="zh-CN" altLang="en-US" sz="1350" b="0" i="0" u="none" strike="noStrike" kern="0" cap="none" spc="0" baseline="0">
              <a:solidFill>
                <a:srgbClr val="232323"/>
              </a:solidFill>
              <a:latin typeface="Times New Roman" charset="0"/>
              <a:ea typeface="宋体"/>
              <a:cs typeface="Arial" charset="0"/>
              <a:sym typeface="Arial" charset="0"/>
            </a:endParaRPr>
          </a:p>
        </p:txBody>
      </p:sp>
      <p:sp>
        <p:nvSpPr>
          <p:cNvPr id="64" name="圆角矩形"/>
          <p:cNvSpPr>
            <a:spLocks/>
          </p:cNvSpPr>
          <p:nvPr/>
        </p:nvSpPr>
        <p:spPr>
          <a:xfrm>
            <a:off x="4518660" y="1754702"/>
            <a:ext cx="3154680" cy="1508759"/>
          </a:xfrm>
          <a:prstGeom prst="roundRect">
            <a:avLst>
              <a:gd name="adj" fmla="val 16666"/>
            </a:avLst>
          </a:prstGeom>
          <a:solidFill>
            <a:srgbClr val="F2F7FC"/>
          </a:solidFill>
          <a:ln w="19050" cap="flat" cmpd="sng">
            <a:solidFill>
              <a:srgbClr val="0066B4"/>
            </a:solidFill>
            <a:prstDash val="solid"/>
            <a:round/>
          </a:ln>
          <a:effectLst>
            <a:outerShdw blurRad="40000" dist="23000" dir="5400000" rotWithShape="0">
              <a:srgbClr val="000000">
                <a:alpha val="34509"/>
              </a:srgbClr>
            </a:outerShdw>
          </a:effectLst>
        </p:spPr>
        <p:txBody>
          <a:bodyPr vert="horz" wrap="square" lIns="91440" tIns="45720" rIns="91440" bIns="45720" anchor="ctr" anchorCtr="0">
            <a:prstTxWarp prst="textNoShape">
              <a:avLst/>
            </a:prstTxWarp>
          </a:bodyPr>
          <a:lstStyle/>
          <a:p>
            <a:pPr marL="0" indent="0" algn="ctr">
              <a:lnSpc>
                <a:spcPct val="100000"/>
              </a:lnSpc>
              <a:spcBef>
                <a:spcPts val="0"/>
              </a:spcBef>
              <a:spcAft>
                <a:spcPts val="0"/>
              </a:spcAft>
              <a:buNone/>
            </a:pPr>
            <a:r>
              <a:rPr lang="en-US" altLang="zh-CN" sz="1600" b="1" i="0" u="none" strike="noStrike" kern="0" cap="none" spc="0" baseline="0">
                <a:solidFill>
                  <a:srgbClr val="0066B4"/>
                </a:solidFill>
                <a:latin typeface="Times New Roman" charset="0"/>
                <a:ea typeface="宋体"/>
                <a:cs typeface="Arial" charset="0"/>
                <a:sym typeface="Arial" charset="0"/>
              </a:rPr>
              <a:t>2. Data Preprocessing</a:t>
            </a:r>
          </a:p>
          <a:p>
            <a:pPr marL="0" indent="0" algn="ctr">
              <a:lnSpc>
                <a:spcPct val="100000"/>
              </a:lnSpc>
              <a:spcBef>
                <a:spcPts val="0"/>
              </a:spcBef>
              <a:spcAft>
                <a:spcPts val="0"/>
              </a:spcAft>
              <a:buNone/>
            </a:pPr>
            <a:r>
              <a:rPr lang="en-US" altLang="zh-CN" sz="1350" b="0" i="0" u="none" strike="noStrike" kern="0" cap="none" spc="0" baseline="0">
                <a:solidFill>
                  <a:srgbClr val="232323"/>
                </a:solidFill>
                <a:latin typeface="Times New Roman" charset="0"/>
                <a:ea typeface="宋体"/>
                <a:cs typeface="Arial" charset="0"/>
                <a:sym typeface="Arial" charset="0"/>
              </a:rPr>
              <a:t>Remove duplicates, handle missing values, encode categories and prepare clean records.</a:t>
            </a:r>
            <a:endParaRPr lang="zh-CN" altLang="en-US" sz="1350" b="0" i="0" u="none" strike="noStrike" kern="0" cap="none" spc="0" baseline="0">
              <a:solidFill>
                <a:srgbClr val="232323"/>
              </a:solidFill>
              <a:latin typeface="Times New Roman" charset="0"/>
              <a:ea typeface="宋体"/>
              <a:cs typeface="Arial" charset="0"/>
              <a:sym typeface="Arial" charset="0"/>
            </a:endParaRPr>
          </a:p>
        </p:txBody>
      </p:sp>
      <p:sp>
        <p:nvSpPr>
          <p:cNvPr id="65" name="圆角矩形"/>
          <p:cNvSpPr>
            <a:spLocks/>
          </p:cNvSpPr>
          <p:nvPr/>
        </p:nvSpPr>
        <p:spPr>
          <a:xfrm>
            <a:off x="8133459" y="1754702"/>
            <a:ext cx="3154680" cy="1508759"/>
          </a:xfrm>
          <a:prstGeom prst="roundRect">
            <a:avLst>
              <a:gd name="adj" fmla="val 16666"/>
            </a:avLst>
          </a:prstGeom>
          <a:solidFill>
            <a:srgbClr val="F2F7FC"/>
          </a:solidFill>
          <a:ln w="19050" cap="flat" cmpd="sng">
            <a:solidFill>
              <a:srgbClr val="0066B4"/>
            </a:solidFill>
            <a:prstDash val="solid"/>
            <a:round/>
          </a:ln>
          <a:effectLst>
            <a:outerShdw blurRad="40000" dist="23000" dir="5400000" rotWithShape="0">
              <a:srgbClr val="000000">
                <a:alpha val="34509"/>
              </a:srgbClr>
            </a:outerShdw>
          </a:effectLst>
        </p:spPr>
        <p:txBody>
          <a:bodyPr vert="horz" wrap="square" lIns="91440" tIns="45720" rIns="91440" bIns="45720" anchor="ctr" anchorCtr="0">
            <a:prstTxWarp prst="textNoShape">
              <a:avLst/>
            </a:prstTxWarp>
          </a:bodyPr>
          <a:lstStyle/>
          <a:p>
            <a:pPr marL="0" indent="0" algn="ctr">
              <a:lnSpc>
                <a:spcPct val="100000"/>
              </a:lnSpc>
              <a:spcBef>
                <a:spcPts val="0"/>
              </a:spcBef>
              <a:spcAft>
                <a:spcPts val="0"/>
              </a:spcAft>
              <a:buNone/>
            </a:pPr>
            <a:r>
              <a:rPr lang="en-US" altLang="zh-CN" sz="1600" b="1" i="0" u="none" strike="noStrike" kern="0" cap="none" spc="0" baseline="0">
                <a:solidFill>
                  <a:srgbClr val="0066B4"/>
                </a:solidFill>
                <a:latin typeface="Times New Roman" charset="0"/>
                <a:ea typeface="宋体"/>
                <a:cs typeface="Arial" charset="0"/>
                <a:sym typeface="Arial" charset="0"/>
              </a:rPr>
              <a:t>3. Feature Selection</a:t>
            </a:r>
          </a:p>
          <a:p>
            <a:pPr marL="0" indent="0" algn="ctr">
              <a:lnSpc>
                <a:spcPct val="100000"/>
              </a:lnSpc>
              <a:spcBef>
                <a:spcPts val="0"/>
              </a:spcBef>
              <a:spcAft>
                <a:spcPts val="0"/>
              </a:spcAft>
              <a:buNone/>
            </a:pPr>
            <a:r>
              <a:rPr lang="en-US" altLang="zh-CN" sz="1350" b="0" i="0" u="none" strike="noStrike" kern="0" cap="none" spc="0" baseline="0">
                <a:solidFill>
                  <a:srgbClr val="232323"/>
                </a:solidFill>
                <a:latin typeface="Times New Roman" charset="0"/>
                <a:ea typeface="宋体"/>
                <a:cs typeface="Arial" charset="0"/>
                <a:sym typeface="Arial" charset="0"/>
              </a:rPr>
              <a:t>Select useful variables such as hour, day, previous occupancy and location/slot information.</a:t>
            </a:r>
            <a:endParaRPr lang="zh-CN" altLang="en-US" sz="1350" b="0" i="0" u="none" strike="noStrike" kern="0" cap="none" spc="0" baseline="0">
              <a:solidFill>
                <a:srgbClr val="232323"/>
              </a:solidFill>
              <a:latin typeface="Times New Roman" charset="0"/>
              <a:ea typeface="宋体"/>
              <a:cs typeface="Arial" charset="0"/>
              <a:sym typeface="Arial" charset="0"/>
            </a:endParaRPr>
          </a:p>
        </p:txBody>
      </p:sp>
      <p:sp>
        <p:nvSpPr>
          <p:cNvPr id="66" name="圆角矩形"/>
          <p:cNvSpPr>
            <a:spLocks/>
          </p:cNvSpPr>
          <p:nvPr/>
        </p:nvSpPr>
        <p:spPr>
          <a:xfrm>
            <a:off x="850778" y="3716020"/>
            <a:ext cx="3154680" cy="1508759"/>
          </a:xfrm>
          <a:prstGeom prst="roundRect">
            <a:avLst>
              <a:gd name="adj" fmla="val 16666"/>
            </a:avLst>
          </a:prstGeom>
          <a:solidFill>
            <a:srgbClr val="F2F7FC"/>
          </a:solidFill>
          <a:ln w="19050" cap="flat" cmpd="sng">
            <a:solidFill>
              <a:srgbClr val="0066B4"/>
            </a:solidFill>
            <a:prstDash val="solid"/>
            <a:round/>
          </a:ln>
          <a:effectLst>
            <a:outerShdw blurRad="40000" dist="23000" dir="5400000" rotWithShape="0">
              <a:srgbClr val="000000">
                <a:alpha val="34509"/>
              </a:srgbClr>
            </a:outerShdw>
          </a:effectLst>
        </p:spPr>
        <p:txBody>
          <a:bodyPr vert="horz" wrap="square" lIns="91440" tIns="45720" rIns="91440" bIns="45720" anchor="ctr" anchorCtr="0">
            <a:prstTxWarp prst="textNoShape">
              <a:avLst/>
            </a:prstTxWarp>
          </a:bodyPr>
          <a:lstStyle/>
          <a:p>
            <a:pPr marL="0" indent="0" algn="ctr">
              <a:lnSpc>
                <a:spcPct val="100000"/>
              </a:lnSpc>
              <a:spcBef>
                <a:spcPts val="0"/>
              </a:spcBef>
              <a:spcAft>
                <a:spcPts val="0"/>
              </a:spcAft>
              <a:buNone/>
            </a:pPr>
            <a:r>
              <a:rPr lang="en-US" altLang="zh-CN" sz="1600" b="1" i="0" u="none" strike="noStrike" kern="0" cap="none" spc="0" baseline="0">
                <a:solidFill>
                  <a:srgbClr val="0066B4"/>
                </a:solidFill>
                <a:latin typeface="Times New Roman" charset="0"/>
                <a:ea typeface="宋体"/>
                <a:cs typeface="Arial" charset="0"/>
                <a:sym typeface="Arial" charset="0"/>
              </a:rPr>
              <a:t>4. Train-Test Split</a:t>
            </a:r>
          </a:p>
          <a:p>
            <a:pPr marL="0" indent="0" algn="ctr">
              <a:lnSpc>
                <a:spcPct val="100000"/>
              </a:lnSpc>
              <a:spcBef>
                <a:spcPts val="0"/>
              </a:spcBef>
              <a:spcAft>
                <a:spcPts val="0"/>
              </a:spcAft>
              <a:buNone/>
            </a:pPr>
            <a:r>
              <a:rPr lang="en-US" altLang="zh-CN" sz="1350" b="0" i="0" u="none" strike="noStrike" kern="0" cap="none" spc="0" baseline="0">
                <a:solidFill>
                  <a:srgbClr val="232323"/>
                </a:solidFill>
                <a:latin typeface="Times New Roman" charset="0"/>
                <a:ea typeface="宋体"/>
                <a:cs typeface="Arial" charset="0"/>
                <a:sym typeface="Arial" charset="0"/>
              </a:rPr>
              <a:t>Divide the prepared dataset into training and testing data for fair evaluation.</a:t>
            </a:r>
            <a:endParaRPr lang="zh-CN" altLang="en-US" sz="1350" b="0" i="0" u="none" strike="noStrike" kern="0" cap="none" spc="0" baseline="0">
              <a:solidFill>
                <a:srgbClr val="232323"/>
              </a:solidFill>
              <a:latin typeface="Times New Roman" charset="0"/>
              <a:ea typeface="宋体"/>
              <a:cs typeface="Arial" charset="0"/>
              <a:sym typeface="Arial" charset="0"/>
            </a:endParaRPr>
          </a:p>
        </p:txBody>
      </p:sp>
      <p:sp>
        <p:nvSpPr>
          <p:cNvPr id="67" name="圆角矩形"/>
          <p:cNvSpPr>
            <a:spLocks/>
          </p:cNvSpPr>
          <p:nvPr/>
        </p:nvSpPr>
        <p:spPr>
          <a:xfrm>
            <a:off x="4518660" y="3662145"/>
            <a:ext cx="3154680" cy="1508759"/>
          </a:xfrm>
          <a:prstGeom prst="roundRect">
            <a:avLst>
              <a:gd name="adj" fmla="val 16666"/>
            </a:avLst>
          </a:prstGeom>
          <a:solidFill>
            <a:srgbClr val="F2F7FC"/>
          </a:solidFill>
          <a:ln w="19050" cap="flat" cmpd="sng">
            <a:solidFill>
              <a:srgbClr val="2D8255"/>
            </a:solidFill>
            <a:prstDash val="solid"/>
            <a:round/>
          </a:ln>
          <a:effectLst>
            <a:outerShdw blurRad="40000" dist="23000" dir="5400000" rotWithShape="0">
              <a:srgbClr val="000000">
                <a:alpha val="34509"/>
              </a:srgbClr>
            </a:outerShdw>
          </a:effectLst>
        </p:spPr>
        <p:txBody>
          <a:bodyPr vert="horz" wrap="square" lIns="91440" tIns="45720" rIns="91440" bIns="45720" anchor="ctr" anchorCtr="0">
            <a:prstTxWarp prst="textNoShape">
              <a:avLst/>
            </a:prstTxWarp>
          </a:bodyPr>
          <a:lstStyle/>
          <a:p>
            <a:pPr marL="0" indent="0" algn="ctr">
              <a:lnSpc>
                <a:spcPct val="100000"/>
              </a:lnSpc>
              <a:spcBef>
                <a:spcPts val="0"/>
              </a:spcBef>
              <a:spcAft>
                <a:spcPts val="0"/>
              </a:spcAft>
              <a:buNone/>
            </a:pPr>
            <a:r>
              <a:rPr lang="en-US" altLang="zh-CN" sz="1600" b="1" i="0" u="none" strike="noStrike" kern="0" cap="none" spc="0" baseline="0">
                <a:solidFill>
                  <a:srgbClr val="2D8255"/>
                </a:solidFill>
                <a:latin typeface="Times New Roman" charset="0"/>
                <a:ea typeface="宋体"/>
                <a:cs typeface="Arial" charset="0"/>
                <a:sym typeface="Arial" charset="0"/>
              </a:rPr>
              <a:t>5. Random Forest Training</a:t>
            </a:r>
          </a:p>
          <a:p>
            <a:pPr marL="0" indent="0" algn="ctr">
              <a:lnSpc>
                <a:spcPct val="100000"/>
              </a:lnSpc>
              <a:spcBef>
                <a:spcPts val="0"/>
              </a:spcBef>
              <a:spcAft>
                <a:spcPts val="0"/>
              </a:spcAft>
              <a:buNone/>
            </a:pPr>
            <a:r>
              <a:rPr lang="en-US" altLang="zh-CN" sz="1350" b="0" i="0" u="none" strike="noStrike" kern="0" cap="none" spc="0" baseline="0">
                <a:solidFill>
                  <a:srgbClr val="232323"/>
                </a:solidFill>
                <a:latin typeface="Times New Roman" charset="0"/>
                <a:ea typeface="宋体"/>
                <a:cs typeface="Arial" charset="0"/>
                <a:sym typeface="Arial" charset="0"/>
              </a:rPr>
              <a:t>Train multiple decision trees and combine their votes to learn parking availability patterns.</a:t>
            </a:r>
            <a:endParaRPr lang="zh-CN" altLang="en-US" sz="1350" b="0" i="0" u="none" strike="noStrike" kern="0" cap="none" spc="0" baseline="0">
              <a:solidFill>
                <a:srgbClr val="232323"/>
              </a:solidFill>
              <a:latin typeface="Times New Roman" charset="0"/>
              <a:ea typeface="宋体"/>
              <a:cs typeface="Arial" charset="0"/>
              <a:sym typeface="Arial" charset="0"/>
            </a:endParaRPr>
          </a:p>
        </p:txBody>
      </p:sp>
      <p:sp>
        <p:nvSpPr>
          <p:cNvPr id="68" name="圆角矩形"/>
          <p:cNvSpPr>
            <a:spLocks/>
          </p:cNvSpPr>
          <p:nvPr/>
        </p:nvSpPr>
        <p:spPr>
          <a:xfrm>
            <a:off x="8133459" y="3716020"/>
            <a:ext cx="3154680" cy="1508759"/>
          </a:xfrm>
          <a:prstGeom prst="roundRect">
            <a:avLst>
              <a:gd name="adj" fmla="val 16666"/>
            </a:avLst>
          </a:prstGeom>
          <a:solidFill>
            <a:srgbClr val="F2F7FC"/>
          </a:solidFill>
          <a:ln w="19050" cap="flat" cmpd="sng">
            <a:solidFill>
              <a:srgbClr val="0066B4"/>
            </a:solidFill>
            <a:prstDash val="solid"/>
            <a:round/>
          </a:ln>
          <a:effectLst>
            <a:outerShdw blurRad="40000" dist="23000" dir="5400000" rotWithShape="0">
              <a:srgbClr val="000000">
                <a:alpha val="34509"/>
              </a:srgbClr>
            </a:outerShdw>
          </a:effectLst>
        </p:spPr>
        <p:txBody>
          <a:bodyPr vert="horz" wrap="square" lIns="91440" tIns="45720" rIns="91440" bIns="45720" anchor="ctr" anchorCtr="0">
            <a:prstTxWarp prst="textNoShape">
              <a:avLst/>
            </a:prstTxWarp>
          </a:bodyPr>
          <a:lstStyle/>
          <a:p>
            <a:pPr marL="0" indent="0" algn="ctr">
              <a:lnSpc>
                <a:spcPct val="100000"/>
              </a:lnSpc>
              <a:spcBef>
                <a:spcPts val="0"/>
              </a:spcBef>
              <a:spcAft>
                <a:spcPts val="0"/>
              </a:spcAft>
              <a:buNone/>
            </a:pPr>
            <a:r>
              <a:rPr lang="en-US" altLang="zh-CN" sz="1600" b="1" i="0" u="none" strike="noStrike" kern="0" cap="none" spc="0" baseline="0">
                <a:solidFill>
                  <a:srgbClr val="0066B4"/>
                </a:solidFill>
                <a:latin typeface="Times New Roman" charset="0"/>
                <a:ea typeface="宋体"/>
                <a:cs typeface="Arial" charset="0"/>
                <a:sym typeface="Arial" charset="0"/>
              </a:rPr>
              <a:t>6. Prediction &amp; Display</a:t>
            </a:r>
          </a:p>
          <a:p>
            <a:pPr marL="0" indent="0" algn="ctr">
              <a:lnSpc>
                <a:spcPct val="100000"/>
              </a:lnSpc>
              <a:spcBef>
                <a:spcPts val="0"/>
              </a:spcBef>
              <a:spcAft>
                <a:spcPts val="0"/>
              </a:spcAft>
              <a:buNone/>
            </a:pPr>
            <a:r>
              <a:rPr lang="en-US" altLang="zh-CN" sz="1350" b="0" i="0" u="none" strike="noStrike" kern="0" cap="none" spc="0" baseline="0">
                <a:solidFill>
                  <a:srgbClr val="232323"/>
                </a:solidFill>
                <a:latin typeface="Times New Roman" charset="0"/>
                <a:ea typeface="宋体"/>
                <a:cs typeface="Arial" charset="0"/>
                <a:sym typeface="Arial" charset="0"/>
              </a:rPr>
              <a:t>Predict AVAILABLE or OCCUPIED for new input data and show the result on the parking dashboard.</a:t>
            </a:r>
            <a:endParaRPr lang="zh-CN" altLang="en-US" sz="1350" b="0" i="0" u="none" strike="noStrike" kern="0" cap="none" spc="0" baseline="0">
              <a:solidFill>
                <a:srgbClr val="232323"/>
              </a:solidFill>
              <a:latin typeface="Times New Roman" charset="0"/>
              <a:ea typeface="宋体"/>
              <a:cs typeface="Arial" charset="0"/>
              <a:sym typeface="Arial" charset="0"/>
            </a:endParaRPr>
          </a:p>
        </p:txBody>
      </p:sp>
      <p:sp>
        <p:nvSpPr>
          <p:cNvPr id="69" name="矩形"/>
          <p:cNvSpPr>
            <a:spLocks/>
          </p:cNvSpPr>
          <p:nvPr/>
        </p:nvSpPr>
        <p:spPr>
          <a:xfrm>
            <a:off x="397154" y="5822136"/>
            <a:ext cx="10698479" cy="329564"/>
          </a:xfrm>
          <a:prstGeom prst="rect">
            <a:avLst/>
          </a:prstGeom>
          <a:noFill/>
          <a:ln w="12700" cap="flat" cmpd="sng">
            <a:noFill/>
            <a:prstDash val="solid"/>
            <a:miter/>
          </a:ln>
        </p:spPr>
        <p:txBody>
          <a:bodyPr vert="horz" wrap="square" lIns="91440" tIns="45720" rIns="91440" bIns="45720" anchor="t" anchorCtr="0">
            <a:prstTxWarp prst="textNoShape">
              <a:avLst/>
            </a:prstTxWarp>
            <a:spAutoFit/>
          </a:bodyPr>
          <a:lstStyle/>
          <a:p>
            <a:pPr marL="0" indent="0" algn="ctr">
              <a:lnSpc>
                <a:spcPct val="100000"/>
              </a:lnSpc>
              <a:spcBef>
                <a:spcPts val="0"/>
              </a:spcBef>
              <a:spcAft>
                <a:spcPts val="0"/>
              </a:spcAft>
              <a:buNone/>
            </a:pPr>
            <a:r>
              <a:rPr lang="en-US" altLang="zh-CN" sz="1600" b="1" i="0" u="none" strike="noStrike" kern="0" cap="none" spc="0" baseline="0">
                <a:solidFill>
                  <a:srgbClr val="0066B4"/>
                </a:solidFill>
                <a:latin typeface="Times New Roman" charset="0"/>
                <a:ea typeface="Arial" charset="0"/>
                <a:cs typeface="Arial" charset="0"/>
                <a:sym typeface="Arial" charset="0"/>
              </a:rPr>
              <a:t>Final Output: Accurate parking-status classification to support faster identification of available spaces.</a:t>
            </a:r>
            <a:endParaRPr lang="zh-CN" altLang="en-US" sz="1600" b="1" i="0" u="none" strike="noStrike" kern="0" cap="none" spc="0" baseline="0">
              <a:solidFill>
                <a:srgbClr val="0066B4"/>
              </a:solidFill>
              <a:latin typeface="Times New Roman" charset="0"/>
              <a:ea typeface="Arial" charset="0"/>
              <a:cs typeface="Arial" charset="0"/>
              <a:sym typeface="Arial" charset="0"/>
            </a:endParaRPr>
          </a:p>
        </p:txBody>
      </p:sp>
      <p:sp>
        <p:nvSpPr>
          <p:cNvPr id="70" name="矩形"/>
          <p:cNvSpPr>
            <a:spLocks/>
          </p:cNvSpPr>
          <p:nvPr/>
        </p:nvSpPr>
        <p:spPr>
          <a:xfrm>
            <a:off x="4005458" y="717408"/>
            <a:ext cx="4657279" cy="577175"/>
          </a:xfrm>
          <a:prstGeom prst="rect">
            <a:avLst/>
          </a:prstGeom>
          <a:noFill/>
          <a:ln w="12700" cap="flat" cmpd="sng">
            <a:noFill/>
            <a:prstDash val="solid"/>
            <a:round/>
          </a:ln>
        </p:spPr>
        <p:txBody>
          <a:bodyPr vert="horz" wrap="square" lIns="91425" tIns="45700" rIns="91425" bIns="45700" anchor="t" anchorCtr="0">
            <a:prstTxWarp prst="textNoShape">
              <a:avLst/>
            </a:prstTxWarp>
            <a:spAutoFit/>
          </a:bodyPr>
          <a:lstStyle/>
          <a:p>
            <a:pPr marL="0" indent="0" algn="l">
              <a:lnSpc>
                <a:spcPct val="100000"/>
              </a:lnSpc>
              <a:spcBef>
                <a:spcPts val="0"/>
              </a:spcBef>
              <a:spcAft>
                <a:spcPts val="0"/>
              </a:spcAft>
              <a:buNone/>
            </a:pPr>
            <a:r>
              <a:rPr lang="en-US" altLang="zh-CN" sz="3200" b="1" i="0" u="none" strike="noStrike" kern="0" cap="none" spc="0" baseline="0">
                <a:solidFill>
                  <a:srgbClr val="000000"/>
                </a:solidFill>
                <a:latin typeface="Times New Roman" charset="0"/>
                <a:ea typeface="Times New Roman" charset="0"/>
                <a:cs typeface="Times New Roman" charset="0"/>
                <a:sym typeface="Times New Roman" charset="0"/>
              </a:rPr>
              <a:t>PROPOSED SYSTEMS</a:t>
            </a:r>
            <a:endParaRPr lang="zh-CN" altLang="en-US" sz="3200" b="1" i="0" u="none" strike="noStrike" kern="0" cap="none" spc="0" baseline="0">
              <a:solidFill>
                <a:srgbClr val="000000"/>
              </a:solidFill>
              <a:latin typeface="Times New Roman" charset="0"/>
              <a:ea typeface="Times New Roman" charset="0"/>
              <a:cs typeface="Times New Roman" charset="0"/>
              <a:sym typeface="Times New Roman" charset="0"/>
            </a:endParaRPr>
          </a:p>
        </p:txBody>
      </p:sp>
    </p:spTree>
    <p:extLst>
      <p:ext uri="{BB962C8B-B14F-4D97-AF65-F5344CB8AC3E}">
        <p14:creationId xmlns:p14="http://schemas.microsoft.com/office/powerpoint/2010/main" val="18567131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3" name="文本框"/>
          <p:cNvSpPr>
            <a:spLocks noGrp="1"/>
          </p:cNvSpPr>
          <p:nvPr>
            <p:ph type="sldNum"/>
          </p:nvPr>
        </p:nvSpPr>
        <p:spPr>
          <a:xfrm>
            <a:off x="10352541" y="295729"/>
            <a:ext cx="838200" cy="767699"/>
          </a:xfrm>
          <a:prstGeom prst="rect">
            <a:avLst/>
          </a:prstGeom>
          <a:noFill/>
          <a:ln w="12700" cap="flat" cmpd="sng">
            <a:noFill/>
            <a:prstDash val="solid"/>
            <a:round/>
          </a:ln>
        </p:spPr>
        <p:txBody>
          <a:bodyPr vert="horz" wrap="square" lIns="91425" tIns="45700" rIns="91425" bIns="45700" anchor="b" anchorCtr="0">
            <a:prstTxWarp prst="textNoShape">
              <a:avLst/>
            </a:prstTxWarp>
          </a:bodyPr>
          <a:lstStyle/>
          <a:p>
            <a:pPr marL="0" indent="0" algn="ctr">
              <a:lnSpc>
                <a:spcPct val="100000"/>
              </a:lnSpc>
              <a:spcBef>
                <a:spcPts val="0"/>
              </a:spcBef>
              <a:spcAft>
                <a:spcPts val="0"/>
              </a:spcAft>
              <a:buNone/>
            </a:pPr>
            <a:fld id="{CAD2D6BD-DE1B-4B5F-8B41-2702339687B9}" type="slidenum">
              <a:rPr lang="en-US" altLang="zh-CN" sz="1200" b="0" i="0" u="none" strike="noStrike" kern="0" cap="none" spc="0" baseline="0">
                <a:solidFill>
                  <a:srgbClr val="888888"/>
                </a:solidFill>
                <a:latin typeface="Calibri" charset="0"/>
                <a:ea typeface="Calibri" charset="0"/>
                <a:cs typeface="Calibri" charset="0"/>
                <a:sym typeface="Calibri" charset="0"/>
              </a:rPr>
              <a:t>9</a:t>
            </a:fld>
            <a:endParaRPr lang="zh-CN" altLang="en-US" sz="1200" b="0" i="0" u="none" strike="noStrike" kern="0" cap="none" spc="0" baseline="0">
              <a:solidFill>
                <a:srgbClr val="888888"/>
              </a:solidFill>
              <a:latin typeface="Calibri" charset="0"/>
              <a:ea typeface="Calibri" charset="0"/>
              <a:cs typeface="Calibri" charset="0"/>
              <a:sym typeface="Calibri" charset="0"/>
            </a:endParaRPr>
          </a:p>
        </p:txBody>
      </p:sp>
      <p:sp>
        <p:nvSpPr>
          <p:cNvPr id="74" name="直线"/>
          <p:cNvSpPr>
            <a:spLocks/>
          </p:cNvSpPr>
          <p:nvPr/>
        </p:nvSpPr>
        <p:spPr>
          <a:xfrm>
            <a:off x="2377440" y="2267712"/>
            <a:ext cx="228600" cy="0"/>
          </a:xfrm>
          <a:prstGeom prst="line">
            <a:avLst/>
          </a:prstGeom>
          <a:noFill/>
          <a:ln w="25400" cap="flat" cmpd="sng">
            <a:solidFill>
              <a:srgbClr val="0066B4"/>
            </a:solidFill>
            <a:prstDash val="solid"/>
            <a:round/>
          </a:ln>
          <a:effectLst>
            <a:outerShdw blurRad="40000" dist="20000" dir="5400000" rotWithShape="0">
              <a:srgbClr val="000000">
                <a:alpha val="37647"/>
              </a:srgbClr>
            </a:outerShdw>
          </a:effectLst>
        </p:spPr>
      </p:sp>
      <p:sp>
        <p:nvSpPr>
          <p:cNvPr id="75" name="直线"/>
          <p:cNvSpPr>
            <a:spLocks/>
          </p:cNvSpPr>
          <p:nvPr/>
        </p:nvSpPr>
        <p:spPr>
          <a:xfrm>
            <a:off x="4480560" y="2267712"/>
            <a:ext cx="228600" cy="0"/>
          </a:xfrm>
          <a:prstGeom prst="line">
            <a:avLst/>
          </a:prstGeom>
          <a:noFill/>
          <a:ln w="25400" cap="flat" cmpd="sng">
            <a:solidFill>
              <a:srgbClr val="0066B4"/>
            </a:solidFill>
            <a:prstDash val="solid"/>
            <a:round/>
          </a:ln>
          <a:effectLst>
            <a:outerShdw blurRad="40000" dist="20000" dir="5400000" rotWithShape="0">
              <a:srgbClr val="000000">
                <a:alpha val="37647"/>
              </a:srgbClr>
            </a:outerShdw>
          </a:effectLst>
        </p:spPr>
      </p:sp>
      <p:sp>
        <p:nvSpPr>
          <p:cNvPr id="76" name="直线"/>
          <p:cNvSpPr>
            <a:spLocks/>
          </p:cNvSpPr>
          <p:nvPr/>
        </p:nvSpPr>
        <p:spPr>
          <a:xfrm>
            <a:off x="6583680" y="2267712"/>
            <a:ext cx="228600" cy="0"/>
          </a:xfrm>
          <a:prstGeom prst="line">
            <a:avLst/>
          </a:prstGeom>
          <a:noFill/>
          <a:ln w="25400" cap="flat" cmpd="sng">
            <a:solidFill>
              <a:srgbClr val="0066B4"/>
            </a:solidFill>
            <a:prstDash val="solid"/>
            <a:round/>
          </a:ln>
          <a:effectLst>
            <a:outerShdw blurRad="40000" dist="20000" dir="5400000" rotWithShape="0">
              <a:srgbClr val="000000">
                <a:alpha val="37647"/>
              </a:srgbClr>
            </a:outerShdw>
          </a:effectLst>
        </p:spPr>
      </p:sp>
      <p:sp>
        <p:nvSpPr>
          <p:cNvPr id="77" name="直线"/>
          <p:cNvSpPr>
            <a:spLocks/>
          </p:cNvSpPr>
          <p:nvPr/>
        </p:nvSpPr>
        <p:spPr>
          <a:xfrm>
            <a:off x="8686800" y="2267712"/>
            <a:ext cx="228600" cy="0"/>
          </a:xfrm>
          <a:prstGeom prst="line">
            <a:avLst/>
          </a:prstGeom>
          <a:noFill/>
          <a:ln w="25400" cap="flat" cmpd="sng">
            <a:solidFill>
              <a:srgbClr val="0066B4"/>
            </a:solidFill>
            <a:prstDash val="solid"/>
            <a:round/>
          </a:ln>
          <a:effectLst>
            <a:outerShdw blurRad="40000" dist="20000" dir="5400000" rotWithShape="0">
              <a:srgbClr val="000000">
                <a:alpha val="37647"/>
              </a:srgbClr>
            </a:outerShdw>
          </a:effectLst>
        </p:spPr>
      </p:sp>
      <p:sp>
        <p:nvSpPr>
          <p:cNvPr id="78" name="圆角矩形"/>
          <p:cNvSpPr>
            <a:spLocks/>
          </p:cNvSpPr>
          <p:nvPr/>
        </p:nvSpPr>
        <p:spPr>
          <a:xfrm>
            <a:off x="594360" y="1965960"/>
            <a:ext cx="1965960" cy="1234440"/>
          </a:xfrm>
          <a:prstGeom prst="roundRect">
            <a:avLst>
              <a:gd name="adj" fmla="val 16666"/>
            </a:avLst>
          </a:prstGeom>
          <a:solidFill>
            <a:srgbClr val="F7FAFD"/>
          </a:solidFill>
          <a:ln w="22860" cap="flat" cmpd="sng">
            <a:solidFill>
              <a:srgbClr val="0066B4"/>
            </a:solidFill>
            <a:prstDash val="solid"/>
            <a:round/>
          </a:ln>
          <a:effectLst>
            <a:outerShdw blurRad="40000" dist="23000" dir="5400000" rotWithShape="0">
              <a:srgbClr val="000000">
                <a:alpha val="34509"/>
              </a:srgbClr>
            </a:outerShdw>
          </a:effectLst>
        </p:spPr>
        <p:txBody>
          <a:bodyPr vert="horz" wrap="square" lIns="91440" tIns="45720" rIns="91440" bIns="45720" anchor="ctr" anchorCtr="0">
            <a:prstTxWarp prst="textNoShape">
              <a:avLst/>
            </a:prstTxWarp>
          </a:bodyPr>
          <a:lstStyle/>
          <a:p>
            <a:pPr marL="0" indent="0" algn="ctr">
              <a:lnSpc>
                <a:spcPct val="100000"/>
              </a:lnSpc>
              <a:spcBef>
                <a:spcPts val="0"/>
              </a:spcBef>
              <a:spcAft>
                <a:spcPts val="0"/>
              </a:spcAft>
              <a:buNone/>
            </a:pPr>
            <a:r>
              <a:rPr lang="en-US" altLang="zh-CN" sz="1800" b="1" i="0" u="none" strike="noStrike" kern="0" cap="none" spc="0" baseline="0">
                <a:solidFill>
                  <a:srgbClr val="0066B4"/>
                </a:solidFill>
                <a:latin typeface="Times New Roman" charset="0"/>
                <a:ea typeface="宋体"/>
                <a:cs typeface="Arial" charset="0"/>
                <a:sym typeface="Arial" charset="0"/>
              </a:rPr>
              <a:t>1. Parking Data</a:t>
            </a:r>
          </a:p>
          <a:p>
            <a:pPr marL="0" indent="0" algn="ctr">
              <a:lnSpc>
                <a:spcPct val="100000"/>
              </a:lnSpc>
              <a:spcBef>
                <a:spcPts val="0"/>
              </a:spcBef>
              <a:spcAft>
                <a:spcPts val="0"/>
              </a:spcAft>
              <a:buNone/>
            </a:pPr>
            <a:r>
              <a:rPr lang="en-US" altLang="zh-CN" sz="1400" b="0" i="0" u="none" strike="noStrike" kern="0" cap="none" spc="0" baseline="0">
                <a:solidFill>
                  <a:srgbClr val="232323"/>
                </a:solidFill>
                <a:latin typeface="Times New Roman" charset="0"/>
                <a:ea typeface="宋体"/>
                <a:cs typeface="Arial" charset="0"/>
                <a:sym typeface="Arial" charset="0"/>
              </a:rPr>
              <a:t>Slot status
Time &amp; day</a:t>
            </a:r>
            <a:endParaRPr lang="zh-CN" altLang="en-US" sz="1400" b="0" i="0" u="none" strike="noStrike" kern="0" cap="none" spc="0" baseline="0">
              <a:solidFill>
                <a:srgbClr val="232323"/>
              </a:solidFill>
              <a:latin typeface="Times New Roman" charset="0"/>
              <a:ea typeface="宋体"/>
              <a:cs typeface="Arial" charset="0"/>
              <a:sym typeface="Arial" charset="0"/>
            </a:endParaRPr>
          </a:p>
        </p:txBody>
      </p:sp>
      <p:sp>
        <p:nvSpPr>
          <p:cNvPr id="79" name="圆角矩形"/>
          <p:cNvSpPr>
            <a:spLocks/>
          </p:cNvSpPr>
          <p:nvPr/>
        </p:nvSpPr>
        <p:spPr>
          <a:xfrm>
            <a:off x="2788920" y="1965960"/>
            <a:ext cx="1965960" cy="1234440"/>
          </a:xfrm>
          <a:prstGeom prst="roundRect">
            <a:avLst>
              <a:gd name="adj" fmla="val 16666"/>
            </a:avLst>
          </a:prstGeom>
          <a:solidFill>
            <a:srgbClr val="F7FAFD"/>
          </a:solidFill>
          <a:ln w="22860" cap="flat" cmpd="sng">
            <a:solidFill>
              <a:srgbClr val="0066B4"/>
            </a:solidFill>
            <a:prstDash val="solid"/>
            <a:round/>
          </a:ln>
          <a:effectLst>
            <a:outerShdw blurRad="40000" dist="23000" dir="5400000" rotWithShape="0">
              <a:srgbClr val="000000">
                <a:alpha val="34509"/>
              </a:srgbClr>
            </a:outerShdw>
          </a:effectLst>
        </p:spPr>
        <p:txBody>
          <a:bodyPr vert="horz" wrap="square" lIns="91440" tIns="45720" rIns="91440" bIns="45720" anchor="ctr" anchorCtr="0">
            <a:prstTxWarp prst="textNoShape">
              <a:avLst/>
            </a:prstTxWarp>
          </a:bodyPr>
          <a:lstStyle/>
          <a:p>
            <a:pPr marL="0" indent="0" algn="ctr">
              <a:lnSpc>
                <a:spcPct val="100000"/>
              </a:lnSpc>
              <a:spcBef>
                <a:spcPts val="0"/>
              </a:spcBef>
              <a:spcAft>
                <a:spcPts val="0"/>
              </a:spcAft>
              <a:buNone/>
            </a:pPr>
            <a:r>
              <a:rPr lang="en-US" altLang="zh-CN" sz="1800" b="1" i="0" u="none" strike="noStrike" kern="0" cap="none" spc="0" baseline="0">
                <a:solidFill>
                  <a:srgbClr val="0066B4"/>
                </a:solidFill>
                <a:latin typeface="Times New Roman" charset="0"/>
                <a:ea typeface="宋体"/>
                <a:cs typeface="Arial" charset="0"/>
                <a:sym typeface="Arial" charset="0"/>
              </a:rPr>
              <a:t>2. Preprocessing</a:t>
            </a:r>
          </a:p>
          <a:p>
            <a:pPr marL="0" indent="0" algn="ctr">
              <a:lnSpc>
                <a:spcPct val="100000"/>
              </a:lnSpc>
              <a:spcBef>
                <a:spcPts val="0"/>
              </a:spcBef>
              <a:spcAft>
                <a:spcPts val="0"/>
              </a:spcAft>
              <a:buNone/>
            </a:pPr>
            <a:r>
              <a:rPr lang="en-US" altLang="zh-CN" sz="1400" b="0" i="0" u="none" strike="noStrike" kern="0" cap="none" spc="0" baseline="0">
                <a:solidFill>
                  <a:srgbClr val="232323"/>
                </a:solidFill>
                <a:latin typeface="Times New Roman" charset="0"/>
                <a:ea typeface="宋体"/>
                <a:cs typeface="Arial" charset="0"/>
                <a:sym typeface="Arial" charset="0"/>
              </a:rPr>
              <a:t>Clean data
Select features</a:t>
            </a:r>
            <a:endParaRPr lang="zh-CN" altLang="en-US" sz="1400" b="0" i="0" u="none" strike="noStrike" kern="0" cap="none" spc="0" baseline="0">
              <a:solidFill>
                <a:srgbClr val="232323"/>
              </a:solidFill>
              <a:latin typeface="Times New Roman" charset="0"/>
              <a:ea typeface="宋体"/>
              <a:cs typeface="Arial" charset="0"/>
              <a:sym typeface="Arial" charset="0"/>
            </a:endParaRPr>
          </a:p>
        </p:txBody>
      </p:sp>
      <p:sp>
        <p:nvSpPr>
          <p:cNvPr id="80" name="圆角矩形"/>
          <p:cNvSpPr>
            <a:spLocks/>
          </p:cNvSpPr>
          <p:nvPr/>
        </p:nvSpPr>
        <p:spPr>
          <a:xfrm>
            <a:off x="4983480" y="1965960"/>
            <a:ext cx="1965959" cy="1234440"/>
          </a:xfrm>
          <a:prstGeom prst="roundRect">
            <a:avLst>
              <a:gd name="adj" fmla="val 16666"/>
            </a:avLst>
          </a:prstGeom>
          <a:solidFill>
            <a:srgbClr val="F7FAFD"/>
          </a:solidFill>
          <a:ln w="22860" cap="flat" cmpd="sng">
            <a:solidFill>
              <a:srgbClr val="2D8255"/>
            </a:solidFill>
            <a:prstDash val="solid"/>
            <a:round/>
          </a:ln>
          <a:effectLst>
            <a:outerShdw blurRad="40000" dist="23000" dir="5400000" rotWithShape="0">
              <a:srgbClr val="000000">
                <a:alpha val="34509"/>
              </a:srgbClr>
            </a:outerShdw>
          </a:effectLst>
        </p:spPr>
        <p:txBody>
          <a:bodyPr vert="horz" wrap="square" lIns="91440" tIns="45720" rIns="91440" bIns="45720" anchor="ctr" anchorCtr="0">
            <a:prstTxWarp prst="textNoShape">
              <a:avLst/>
            </a:prstTxWarp>
          </a:bodyPr>
          <a:lstStyle/>
          <a:p>
            <a:pPr marL="0" indent="0" algn="ctr">
              <a:lnSpc>
                <a:spcPct val="100000"/>
              </a:lnSpc>
              <a:spcBef>
                <a:spcPts val="0"/>
              </a:spcBef>
              <a:spcAft>
                <a:spcPts val="0"/>
              </a:spcAft>
              <a:buNone/>
            </a:pPr>
            <a:r>
              <a:rPr lang="en-US" altLang="zh-CN" sz="1800" b="1" i="0" u="none" strike="noStrike" kern="0" cap="none" spc="0" baseline="0">
                <a:solidFill>
                  <a:srgbClr val="2D8255"/>
                </a:solidFill>
                <a:latin typeface="Times New Roman" charset="0"/>
                <a:ea typeface="宋体"/>
                <a:cs typeface="Arial" charset="0"/>
                <a:sym typeface="Arial" charset="0"/>
              </a:rPr>
              <a:t>3. Random Forest</a:t>
            </a:r>
          </a:p>
          <a:p>
            <a:pPr marL="0" indent="0" algn="ctr">
              <a:lnSpc>
                <a:spcPct val="100000"/>
              </a:lnSpc>
              <a:spcBef>
                <a:spcPts val="0"/>
              </a:spcBef>
              <a:spcAft>
                <a:spcPts val="0"/>
              </a:spcAft>
              <a:buNone/>
            </a:pPr>
            <a:r>
              <a:rPr lang="en-US" altLang="zh-CN" sz="1400" b="0" i="0" u="none" strike="noStrike" kern="0" cap="none" spc="0" baseline="0">
                <a:solidFill>
                  <a:srgbClr val="232323"/>
                </a:solidFill>
                <a:latin typeface="Times New Roman" charset="0"/>
                <a:ea typeface="宋体"/>
                <a:cs typeface="Arial" charset="0"/>
                <a:sym typeface="Arial" charset="0"/>
              </a:rPr>
              <a:t>Train decision trees
Make prediction</a:t>
            </a:r>
            <a:endParaRPr lang="zh-CN" altLang="en-US" sz="1400" b="0" i="0" u="none" strike="noStrike" kern="0" cap="none" spc="0" baseline="0">
              <a:solidFill>
                <a:srgbClr val="232323"/>
              </a:solidFill>
              <a:latin typeface="Times New Roman" charset="0"/>
              <a:ea typeface="宋体"/>
              <a:cs typeface="Arial" charset="0"/>
              <a:sym typeface="Arial" charset="0"/>
            </a:endParaRPr>
          </a:p>
        </p:txBody>
      </p:sp>
      <p:sp>
        <p:nvSpPr>
          <p:cNvPr id="81" name="圆角矩形"/>
          <p:cNvSpPr>
            <a:spLocks/>
          </p:cNvSpPr>
          <p:nvPr/>
        </p:nvSpPr>
        <p:spPr>
          <a:xfrm>
            <a:off x="7178040" y="1965960"/>
            <a:ext cx="1965959" cy="1234440"/>
          </a:xfrm>
          <a:prstGeom prst="roundRect">
            <a:avLst>
              <a:gd name="adj" fmla="val 16666"/>
            </a:avLst>
          </a:prstGeom>
          <a:solidFill>
            <a:srgbClr val="F7FAFD"/>
          </a:solidFill>
          <a:ln w="22860" cap="flat" cmpd="sng">
            <a:solidFill>
              <a:srgbClr val="2D8255"/>
            </a:solidFill>
            <a:prstDash val="solid"/>
            <a:round/>
          </a:ln>
          <a:effectLst>
            <a:outerShdw blurRad="40000" dist="23000" dir="5400000" rotWithShape="0">
              <a:srgbClr val="000000">
                <a:alpha val="34509"/>
              </a:srgbClr>
            </a:outerShdw>
          </a:effectLst>
        </p:spPr>
        <p:txBody>
          <a:bodyPr vert="horz" wrap="square" lIns="91440" tIns="45720" rIns="91440" bIns="45720" anchor="ctr" anchorCtr="0">
            <a:prstTxWarp prst="textNoShape">
              <a:avLst/>
            </a:prstTxWarp>
          </a:bodyPr>
          <a:lstStyle/>
          <a:p>
            <a:pPr marL="0" indent="0" algn="ctr">
              <a:lnSpc>
                <a:spcPct val="100000"/>
              </a:lnSpc>
              <a:spcBef>
                <a:spcPts val="0"/>
              </a:spcBef>
              <a:spcAft>
                <a:spcPts val="0"/>
              </a:spcAft>
              <a:buNone/>
            </a:pPr>
            <a:r>
              <a:rPr lang="en-US" altLang="zh-CN" sz="1800" b="1" i="0" u="none" strike="noStrike" kern="0" cap="none" spc="0" baseline="0">
                <a:solidFill>
                  <a:srgbClr val="2D8255"/>
                </a:solidFill>
                <a:latin typeface="Times New Roman" charset="0"/>
                <a:ea typeface="宋体"/>
                <a:cs typeface="Arial" charset="0"/>
                <a:sym typeface="Arial" charset="0"/>
              </a:rPr>
              <a:t>4. Prediction</a:t>
            </a:r>
          </a:p>
          <a:p>
            <a:pPr marL="0" indent="0" algn="ctr">
              <a:lnSpc>
                <a:spcPct val="100000"/>
              </a:lnSpc>
              <a:spcBef>
                <a:spcPts val="0"/>
              </a:spcBef>
              <a:spcAft>
                <a:spcPts val="0"/>
              </a:spcAft>
              <a:buNone/>
            </a:pPr>
            <a:r>
              <a:rPr lang="en-US" altLang="zh-CN" sz="1400" b="0" i="0" u="none" strike="noStrike" kern="0" cap="none" spc="0" baseline="0">
                <a:solidFill>
                  <a:srgbClr val="232323"/>
                </a:solidFill>
                <a:latin typeface="Times New Roman" charset="0"/>
                <a:ea typeface="宋体"/>
                <a:cs typeface="Arial" charset="0"/>
                <a:sym typeface="Arial" charset="0"/>
              </a:rPr>
              <a:t>AVAILABLE
or OCCUPIED</a:t>
            </a:r>
            <a:endParaRPr lang="zh-CN" altLang="en-US" sz="1400" b="0" i="0" u="none" strike="noStrike" kern="0" cap="none" spc="0" baseline="0">
              <a:solidFill>
                <a:srgbClr val="232323"/>
              </a:solidFill>
              <a:latin typeface="Times New Roman" charset="0"/>
              <a:ea typeface="宋体"/>
              <a:cs typeface="Arial" charset="0"/>
              <a:sym typeface="Arial" charset="0"/>
            </a:endParaRPr>
          </a:p>
        </p:txBody>
      </p:sp>
      <p:sp>
        <p:nvSpPr>
          <p:cNvPr id="82" name="圆角矩形"/>
          <p:cNvSpPr>
            <a:spLocks/>
          </p:cNvSpPr>
          <p:nvPr/>
        </p:nvSpPr>
        <p:spPr>
          <a:xfrm>
            <a:off x="9372600" y="1965960"/>
            <a:ext cx="2148840" cy="1234440"/>
          </a:xfrm>
          <a:prstGeom prst="roundRect">
            <a:avLst>
              <a:gd name="adj" fmla="val 16666"/>
            </a:avLst>
          </a:prstGeom>
          <a:solidFill>
            <a:srgbClr val="F7FAFD"/>
          </a:solidFill>
          <a:ln w="22860" cap="flat" cmpd="sng">
            <a:solidFill>
              <a:srgbClr val="2D8255"/>
            </a:solidFill>
            <a:prstDash val="solid"/>
            <a:round/>
          </a:ln>
          <a:effectLst>
            <a:outerShdw blurRad="40000" dist="23000" dir="5400000" rotWithShape="0">
              <a:srgbClr val="000000">
                <a:alpha val="34509"/>
              </a:srgbClr>
            </a:outerShdw>
          </a:effectLst>
        </p:spPr>
        <p:txBody>
          <a:bodyPr vert="horz" wrap="square" lIns="91440" tIns="45720" rIns="91440" bIns="45720" anchor="ctr" anchorCtr="0">
            <a:prstTxWarp prst="textNoShape">
              <a:avLst/>
            </a:prstTxWarp>
          </a:bodyPr>
          <a:lstStyle/>
          <a:p>
            <a:pPr marL="0" indent="0" algn="ctr">
              <a:lnSpc>
                <a:spcPct val="100000"/>
              </a:lnSpc>
              <a:spcBef>
                <a:spcPts val="0"/>
              </a:spcBef>
              <a:spcAft>
                <a:spcPts val="0"/>
              </a:spcAft>
              <a:buNone/>
            </a:pPr>
            <a:r>
              <a:rPr lang="en-US" altLang="zh-CN" sz="1800" b="1" i="0" u="none" strike="noStrike" kern="0" cap="none" spc="0" baseline="0">
                <a:solidFill>
                  <a:srgbClr val="2D8255"/>
                </a:solidFill>
                <a:latin typeface="Times New Roman" charset="0"/>
                <a:ea typeface="宋体"/>
                <a:cs typeface="Arial" charset="0"/>
                <a:sym typeface="Arial" charset="0"/>
              </a:rPr>
              <a:t>5. User Dashboard</a:t>
            </a:r>
          </a:p>
          <a:p>
            <a:pPr marL="0" indent="0" algn="ctr">
              <a:lnSpc>
                <a:spcPct val="100000"/>
              </a:lnSpc>
              <a:spcBef>
                <a:spcPts val="0"/>
              </a:spcBef>
              <a:spcAft>
                <a:spcPts val="0"/>
              </a:spcAft>
              <a:buNone/>
            </a:pPr>
            <a:r>
              <a:rPr lang="en-US" altLang="zh-CN" sz="1400" b="0" i="0" u="none" strike="noStrike" kern="0" cap="none" spc="0" baseline="0">
                <a:solidFill>
                  <a:srgbClr val="232323"/>
                </a:solidFill>
                <a:latin typeface="Times New Roman" charset="0"/>
                <a:ea typeface="宋体"/>
                <a:cs typeface="Arial" charset="0"/>
                <a:sym typeface="Arial" charset="0"/>
              </a:rPr>
              <a:t>Show free slots
Help driver park</a:t>
            </a:r>
            <a:endParaRPr lang="zh-CN" altLang="en-US" sz="1400" b="0" i="0" u="none" strike="noStrike" kern="0" cap="none" spc="0" baseline="0">
              <a:solidFill>
                <a:srgbClr val="232323"/>
              </a:solidFill>
              <a:latin typeface="Times New Roman" charset="0"/>
              <a:ea typeface="宋体"/>
              <a:cs typeface="Arial" charset="0"/>
              <a:sym typeface="Arial" charset="0"/>
            </a:endParaRPr>
          </a:p>
        </p:txBody>
      </p:sp>
      <p:sp>
        <p:nvSpPr>
          <p:cNvPr id="83" name="直线"/>
          <p:cNvSpPr>
            <a:spLocks/>
          </p:cNvSpPr>
          <p:nvPr/>
        </p:nvSpPr>
        <p:spPr>
          <a:xfrm>
            <a:off x="2560320" y="2587752"/>
            <a:ext cx="228600" cy="0"/>
          </a:xfrm>
          <a:prstGeom prst="line">
            <a:avLst/>
          </a:prstGeom>
          <a:noFill/>
          <a:ln w="31750" cap="flat" cmpd="sng">
            <a:solidFill>
              <a:srgbClr val="0066B4"/>
            </a:solidFill>
            <a:prstDash val="solid"/>
            <a:round/>
          </a:ln>
          <a:effectLst>
            <a:outerShdw blurRad="40000" dist="20000" dir="5400000" rotWithShape="0">
              <a:srgbClr val="000000">
                <a:alpha val="37647"/>
              </a:srgbClr>
            </a:outerShdw>
          </a:effectLst>
        </p:spPr>
      </p:sp>
      <p:sp>
        <p:nvSpPr>
          <p:cNvPr id="84" name="直线"/>
          <p:cNvSpPr>
            <a:spLocks/>
          </p:cNvSpPr>
          <p:nvPr/>
        </p:nvSpPr>
        <p:spPr>
          <a:xfrm>
            <a:off x="4754880" y="2587752"/>
            <a:ext cx="228600" cy="0"/>
          </a:xfrm>
          <a:prstGeom prst="line">
            <a:avLst/>
          </a:prstGeom>
          <a:noFill/>
          <a:ln w="31750" cap="flat" cmpd="sng">
            <a:solidFill>
              <a:srgbClr val="0066B4"/>
            </a:solidFill>
            <a:prstDash val="solid"/>
            <a:round/>
          </a:ln>
          <a:effectLst>
            <a:outerShdw blurRad="40000" dist="20000" dir="5400000" rotWithShape="0">
              <a:srgbClr val="000000">
                <a:alpha val="37647"/>
              </a:srgbClr>
            </a:outerShdw>
          </a:effectLst>
        </p:spPr>
      </p:sp>
      <p:sp>
        <p:nvSpPr>
          <p:cNvPr id="85" name="直线"/>
          <p:cNvSpPr>
            <a:spLocks/>
          </p:cNvSpPr>
          <p:nvPr/>
        </p:nvSpPr>
        <p:spPr>
          <a:xfrm>
            <a:off x="6949440" y="2587752"/>
            <a:ext cx="228600" cy="0"/>
          </a:xfrm>
          <a:prstGeom prst="line">
            <a:avLst/>
          </a:prstGeom>
          <a:noFill/>
          <a:ln w="31750" cap="flat" cmpd="sng">
            <a:solidFill>
              <a:srgbClr val="0066B4"/>
            </a:solidFill>
            <a:prstDash val="solid"/>
            <a:round/>
          </a:ln>
          <a:effectLst>
            <a:outerShdw blurRad="40000" dist="20000" dir="5400000" rotWithShape="0">
              <a:srgbClr val="000000">
                <a:alpha val="37647"/>
              </a:srgbClr>
            </a:outerShdw>
          </a:effectLst>
        </p:spPr>
      </p:sp>
      <p:sp>
        <p:nvSpPr>
          <p:cNvPr id="86" name="直线"/>
          <p:cNvSpPr>
            <a:spLocks/>
          </p:cNvSpPr>
          <p:nvPr/>
        </p:nvSpPr>
        <p:spPr>
          <a:xfrm>
            <a:off x="9144000" y="2587752"/>
            <a:ext cx="228600" cy="0"/>
          </a:xfrm>
          <a:prstGeom prst="line">
            <a:avLst/>
          </a:prstGeom>
          <a:noFill/>
          <a:ln w="31750" cap="flat" cmpd="sng">
            <a:solidFill>
              <a:srgbClr val="0066B4"/>
            </a:solidFill>
            <a:prstDash val="solid"/>
            <a:round/>
          </a:ln>
          <a:effectLst>
            <a:outerShdw blurRad="40000" dist="20000" dir="5400000" rotWithShape="0">
              <a:srgbClr val="000000">
                <a:alpha val="37647"/>
              </a:srgbClr>
            </a:outerShdw>
          </a:effectLst>
        </p:spPr>
      </p:sp>
      <p:sp>
        <p:nvSpPr>
          <p:cNvPr id="87" name="圆角矩形"/>
          <p:cNvSpPr>
            <a:spLocks/>
          </p:cNvSpPr>
          <p:nvPr/>
        </p:nvSpPr>
        <p:spPr>
          <a:xfrm>
            <a:off x="1249680" y="4270248"/>
            <a:ext cx="9692640" cy="1142999"/>
          </a:xfrm>
          <a:prstGeom prst="roundRect">
            <a:avLst>
              <a:gd name="adj" fmla="val 16666"/>
            </a:avLst>
          </a:prstGeom>
          <a:solidFill>
            <a:srgbClr val="FFFFFF"/>
          </a:solidFill>
          <a:ln w="19050" cap="flat" cmpd="sng">
            <a:solidFill>
              <a:srgbClr val="2D8255"/>
            </a:solidFill>
            <a:prstDash val="solid"/>
            <a:round/>
          </a:ln>
          <a:effectLst>
            <a:outerShdw blurRad="40000" dist="23000" dir="5400000" rotWithShape="0">
              <a:srgbClr val="000000">
                <a:alpha val="34509"/>
              </a:srgbClr>
            </a:outerShdw>
          </a:effectLst>
        </p:spPr>
        <p:txBody>
          <a:bodyPr vert="horz" wrap="square" lIns="91440" tIns="45720" rIns="91440" bIns="45720" anchor="ctr" anchorCtr="0">
            <a:prstTxWarp prst="textNoShape">
              <a:avLst/>
            </a:prstTxWarp>
          </a:bodyPr>
          <a:lstStyle/>
          <a:p>
            <a:pPr marL="0" indent="0" algn="ctr">
              <a:lnSpc>
                <a:spcPct val="100000"/>
              </a:lnSpc>
              <a:spcBef>
                <a:spcPts val="0"/>
              </a:spcBef>
              <a:spcAft>
                <a:spcPts val="0"/>
              </a:spcAft>
              <a:buNone/>
            </a:pPr>
            <a:r>
              <a:rPr lang="en-US" altLang="zh-CN" sz="1700" b="1" i="0" u="none" strike="noStrike" kern="0" cap="none" spc="0" baseline="0">
                <a:solidFill>
                  <a:srgbClr val="2D8255"/>
                </a:solidFill>
                <a:latin typeface="Times New Roman" charset="0"/>
                <a:ea typeface="宋体"/>
                <a:cs typeface="Arial" charset="0"/>
                <a:sym typeface="Arial" charset="0"/>
              </a:rPr>
              <a:t>In Simple words</a:t>
            </a:r>
          </a:p>
          <a:p>
            <a:pPr marL="0" indent="0" algn="ctr">
              <a:lnSpc>
                <a:spcPct val="100000"/>
              </a:lnSpc>
              <a:spcBef>
                <a:spcPts val="0"/>
              </a:spcBef>
              <a:spcAft>
                <a:spcPts val="0"/>
              </a:spcAft>
              <a:buNone/>
            </a:pPr>
            <a:r>
              <a:rPr lang="en-US" altLang="zh-CN" sz="1700" b="1" i="0" u="none" strike="noStrike" kern="0" cap="none" spc="0" baseline="0">
                <a:solidFill>
                  <a:srgbClr val="2D8255"/>
                </a:solidFill>
                <a:latin typeface="Times New Roman" charset="0"/>
                <a:ea typeface="宋体"/>
                <a:cs typeface="Arial" charset="0"/>
                <a:sym typeface="Arial" charset="0"/>
              </a:rPr>
              <a:t> </a:t>
            </a:r>
            <a:r>
              <a:rPr lang="en-US" altLang="zh-CN" sz="1500" b="0" i="0" u="none" strike="noStrike" kern="0" cap="none" spc="0" baseline="0">
                <a:solidFill>
                  <a:srgbClr val="232323"/>
                </a:solidFill>
                <a:latin typeface="Times New Roman" charset="0"/>
                <a:ea typeface="宋体"/>
                <a:cs typeface="Arial" charset="0"/>
                <a:sym typeface="Arial" charset="0"/>
              </a:rPr>
              <a:t>We collect parking data → clean it → Random Forest predicts the slot status → the dashboard shows whether parking is available.</a:t>
            </a:r>
            <a:endParaRPr lang="zh-CN" altLang="en-US" sz="1500" b="0" i="0" u="none" strike="noStrike" kern="0" cap="none" spc="0" baseline="0">
              <a:solidFill>
                <a:srgbClr val="232323"/>
              </a:solidFill>
              <a:latin typeface="Times New Roman" charset="0"/>
              <a:ea typeface="宋体"/>
              <a:cs typeface="Arial" charset="0"/>
              <a:sym typeface="Arial" charset="0"/>
            </a:endParaRPr>
          </a:p>
        </p:txBody>
      </p:sp>
      <p:sp>
        <p:nvSpPr>
          <p:cNvPr id="88" name="矩形"/>
          <p:cNvSpPr>
            <a:spLocks/>
          </p:cNvSpPr>
          <p:nvPr/>
        </p:nvSpPr>
        <p:spPr>
          <a:xfrm>
            <a:off x="3493697" y="771061"/>
            <a:ext cx="5889330" cy="577175"/>
          </a:xfrm>
          <a:prstGeom prst="rect">
            <a:avLst/>
          </a:prstGeom>
          <a:noFill/>
          <a:ln w="12700" cap="flat" cmpd="sng">
            <a:noFill/>
            <a:prstDash val="solid"/>
            <a:round/>
          </a:ln>
        </p:spPr>
        <p:txBody>
          <a:bodyPr vert="horz" wrap="square" lIns="91425" tIns="45700" rIns="91425" bIns="45700" anchor="t" anchorCtr="0">
            <a:prstTxWarp prst="textNoShape">
              <a:avLst/>
            </a:prstTxWarp>
            <a:spAutoFit/>
          </a:bodyPr>
          <a:lstStyle/>
          <a:p>
            <a:pPr marL="0" indent="0" algn="l">
              <a:lnSpc>
                <a:spcPct val="100000"/>
              </a:lnSpc>
              <a:spcBef>
                <a:spcPts val="0"/>
              </a:spcBef>
              <a:spcAft>
                <a:spcPts val="0"/>
              </a:spcAft>
              <a:buNone/>
            </a:pPr>
            <a:r>
              <a:rPr lang="en-US" altLang="zh-CN" sz="3200" b="1" i="0" u="none" strike="noStrike" kern="0" cap="none" spc="0" baseline="0">
                <a:solidFill>
                  <a:srgbClr val="000000"/>
                </a:solidFill>
                <a:latin typeface="Times New Roman" charset="0"/>
                <a:ea typeface="Arial" charset="0"/>
                <a:cs typeface="Times New Roman" charset="0"/>
                <a:sym typeface="Times New Roman" charset="0"/>
              </a:rPr>
              <a:t>SYSTEM ARCHITECTURE</a:t>
            </a:r>
            <a:endParaRPr lang="zh-CN" altLang="en-US" sz="3200" b="0" i="0" u="none" strike="noStrike" kern="0" cap="none" spc="0" baseline="0">
              <a:solidFill>
                <a:srgbClr val="000000"/>
              </a:solidFill>
              <a:latin typeface="Arial" charset="0"/>
              <a:ea typeface="Arial" charset="0"/>
              <a:cs typeface="Arial" charset="0"/>
              <a:sym typeface="Arial" charset="0"/>
            </a:endParaRPr>
          </a:p>
        </p:txBody>
      </p:sp>
    </p:spTree>
    <p:extLst>
      <p:ext uri="{BB962C8B-B14F-4D97-AF65-F5344CB8AC3E}">
        <p14:creationId xmlns:p14="http://schemas.microsoft.com/office/powerpoint/2010/main" val="5052882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1" name="文本框"/>
          <p:cNvSpPr>
            <a:spLocks noGrp="1"/>
          </p:cNvSpPr>
          <p:nvPr>
            <p:ph type="title"/>
          </p:nvPr>
        </p:nvSpPr>
        <p:spPr>
          <a:xfrm>
            <a:off x="4060123" y="480251"/>
            <a:ext cx="4071754" cy="724075"/>
          </a:xfrm>
          <a:prstGeom prst="rect">
            <a:avLst/>
          </a:prstGeom>
          <a:noFill/>
          <a:ln w="12700" cap="flat" cmpd="sng">
            <a:noFill/>
            <a:prstDash val="solid"/>
            <a:round/>
          </a:ln>
        </p:spPr>
        <p:txBody>
          <a:bodyPr vert="horz" wrap="square" lIns="0" tIns="238299" rIns="0" bIns="0" anchor="ctr" anchorCtr="0">
            <a:prstTxWarp prst="textNoShape">
              <a:avLst/>
            </a:prstTxWarp>
            <a:spAutoFit/>
          </a:bodyPr>
          <a:lstStyle/>
          <a:p>
            <a:pPr marL="218440" indent="0" algn="l">
              <a:lnSpc>
                <a:spcPct val="100000"/>
              </a:lnSpc>
              <a:spcBef>
                <a:spcPts val="104"/>
              </a:spcBef>
              <a:spcAft>
                <a:spcPts val="0"/>
              </a:spcAft>
              <a:buNone/>
            </a:pPr>
            <a:r>
              <a:rPr lang="en-US" altLang="zh-CN" sz="3200" b="1" i="0" u="none" strike="noStrike" kern="0" cap="none" spc="0" baseline="0">
                <a:solidFill>
                  <a:srgbClr val="000000"/>
                </a:solidFill>
                <a:latin typeface="Times New Roman" charset="0"/>
                <a:ea typeface="Times New Roman" charset="0"/>
                <a:cs typeface="Times New Roman" charset="0"/>
                <a:sym typeface="Times New Roman" charset="0"/>
              </a:rPr>
              <a:t>METHODOLOGIES</a:t>
            </a:r>
            <a:endParaRPr lang="zh-CN" altLang="en-US" sz="3200" b="1" i="0" u="none" strike="noStrike" kern="0" cap="none" spc="0" baseline="0">
              <a:solidFill>
                <a:srgbClr val="000000"/>
              </a:solidFill>
              <a:latin typeface="Times New Roman" charset="0"/>
              <a:ea typeface="Times New Roman" charset="0"/>
              <a:cs typeface="Times New Roman" charset="0"/>
              <a:sym typeface="Times New Roman" charset="0"/>
            </a:endParaRPr>
          </a:p>
        </p:txBody>
      </p:sp>
      <p:sp>
        <p:nvSpPr>
          <p:cNvPr id="92" name="矩形"/>
          <p:cNvSpPr>
            <a:spLocks/>
          </p:cNvSpPr>
          <p:nvPr/>
        </p:nvSpPr>
        <p:spPr>
          <a:xfrm>
            <a:off x="401933" y="1502688"/>
            <a:ext cx="12530295" cy="5158740"/>
          </a:xfrm>
          <a:prstGeom prst="rect">
            <a:avLst/>
          </a:prstGeom>
          <a:noFill/>
          <a:ln w="12700" cap="flat" cmpd="sng">
            <a:noFill/>
            <a:prstDash val="solid"/>
            <a:miter/>
          </a:ln>
        </p:spPr>
        <p:txBody>
          <a:bodyPr vert="horz" wrap="square" lIns="91440" tIns="45720" rIns="91440" bIns="45720" anchor="t" anchorCtr="0">
            <a:prstTxWarp prst="textNoShape">
              <a:avLst/>
            </a:prstTxWarp>
            <a:spAutoFit/>
          </a:bodyPr>
          <a:lstStyle/>
          <a:p>
            <a:pPr marL="0" indent="0" algn="l">
              <a:lnSpc>
                <a:spcPct val="150000"/>
              </a:lnSpc>
              <a:spcBef>
                <a:spcPts val="0"/>
              </a:spcBef>
              <a:spcAft>
                <a:spcPts val="0"/>
              </a:spcAft>
              <a:buNone/>
            </a:pPr>
            <a:r>
              <a:rPr lang="en-US" altLang="zh-CN" sz="1800" b="1" i="0" u="none" strike="noStrike" kern="0" cap="none" spc="0" baseline="0">
                <a:solidFill>
                  <a:srgbClr val="000000"/>
                </a:solidFill>
                <a:latin typeface="Times New Roman" charset="0"/>
                <a:ea typeface="Arial" charset="0"/>
                <a:cs typeface="Times New Roman" charset="0"/>
                <a:sym typeface="Arial" charset="0"/>
              </a:rPr>
              <a:t>1. Problem Identification</a:t>
            </a:r>
            <a:r>
              <a:rPr lang="zh-CN" altLang="en-US" sz="1800" b="0" i="0" u="none" strike="noStrike" kern="0" cap="none" spc="0" baseline="0">
                <a:solidFill>
                  <a:srgbClr val="000000"/>
                </a:solidFill>
                <a:latin typeface="Times New Roman" charset="0"/>
                <a:ea typeface="Arial" charset="0"/>
                <a:cs typeface="Times New Roman" charset="0"/>
                <a:sym typeface="Arial" charset="0"/>
              </a:rPr>
              <a:t/>
            </a:r>
            <a:br>
              <a:rPr lang="zh-CN" altLang="en-US" sz="1800" b="0" i="0" u="none" strike="noStrike" kern="0" cap="none" spc="0" baseline="0">
                <a:solidFill>
                  <a:srgbClr val="000000"/>
                </a:solidFill>
                <a:latin typeface="Times New Roman" charset="0"/>
                <a:ea typeface="Arial" charset="0"/>
                <a:cs typeface="Times New Roman" charset="0"/>
                <a:sym typeface="Arial" charset="0"/>
              </a:rPr>
            </a:br>
            <a:r>
              <a:rPr lang="en-US" altLang="zh-CN" sz="1800" b="0" i="0" u="none" strike="noStrike" kern="0" cap="none" spc="0" baseline="0">
                <a:solidFill>
                  <a:srgbClr val="000000"/>
                </a:solidFill>
                <a:latin typeface="Times New Roman" charset="0"/>
                <a:ea typeface="Arial" charset="0"/>
                <a:cs typeface="Times New Roman" charset="0"/>
                <a:sym typeface="Arial" charset="0"/>
              </a:rPr>
              <a:t>Identify parking-space availability as the problem and define the requirement for predicting vacant and occupied slots.</a:t>
            </a:r>
          </a:p>
          <a:p>
            <a:pPr marL="0" indent="0" algn="l">
              <a:lnSpc>
                <a:spcPct val="150000"/>
              </a:lnSpc>
              <a:spcBef>
                <a:spcPts val="0"/>
              </a:spcBef>
              <a:spcAft>
                <a:spcPts val="0"/>
              </a:spcAft>
              <a:buNone/>
            </a:pPr>
            <a:r>
              <a:rPr lang="en-US" altLang="zh-CN" sz="1800" b="1" i="0" u="none" strike="noStrike" kern="0" cap="none" spc="0" baseline="0">
                <a:solidFill>
                  <a:srgbClr val="000000"/>
                </a:solidFill>
                <a:latin typeface="Times New Roman" charset="0"/>
                <a:ea typeface="Arial" charset="0"/>
                <a:cs typeface="Times New Roman" charset="0"/>
                <a:sym typeface="Arial" charset="0"/>
              </a:rPr>
              <a:t>2. Dataset Collection</a:t>
            </a:r>
            <a:r>
              <a:rPr lang="zh-CN" altLang="en-US" sz="1800" b="0" i="0" u="none" strike="noStrike" kern="0" cap="none" spc="0" baseline="0">
                <a:solidFill>
                  <a:srgbClr val="000000"/>
                </a:solidFill>
                <a:latin typeface="Times New Roman" charset="0"/>
                <a:ea typeface="Arial" charset="0"/>
                <a:cs typeface="Times New Roman" charset="0"/>
                <a:sym typeface="Arial" charset="0"/>
              </a:rPr>
              <a:t/>
            </a:r>
            <a:br>
              <a:rPr lang="zh-CN" altLang="en-US" sz="1800" b="0" i="0" u="none" strike="noStrike" kern="0" cap="none" spc="0" baseline="0">
                <a:solidFill>
                  <a:srgbClr val="000000"/>
                </a:solidFill>
                <a:latin typeface="Times New Roman" charset="0"/>
                <a:ea typeface="Arial" charset="0"/>
                <a:cs typeface="Times New Roman" charset="0"/>
                <a:sym typeface="Arial" charset="0"/>
              </a:rPr>
            </a:br>
            <a:r>
              <a:rPr lang="en-US" altLang="zh-CN" sz="1800" b="0" i="0" u="none" strike="noStrike" kern="0" cap="none" spc="0" baseline="0">
                <a:solidFill>
                  <a:srgbClr val="000000"/>
                </a:solidFill>
                <a:latin typeface="Times New Roman" charset="0"/>
                <a:ea typeface="Arial" charset="0"/>
                <a:cs typeface="Times New Roman" charset="0"/>
                <a:sym typeface="Arial" charset="0"/>
              </a:rPr>
              <a:t>Collect parking records containing slot information, time, date, occupancy status and related attributes.</a:t>
            </a:r>
          </a:p>
          <a:p>
            <a:pPr marL="0" indent="0" algn="l">
              <a:lnSpc>
                <a:spcPct val="150000"/>
              </a:lnSpc>
              <a:spcBef>
                <a:spcPts val="0"/>
              </a:spcBef>
              <a:spcAft>
                <a:spcPts val="0"/>
              </a:spcAft>
              <a:buNone/>
            </a:pPr>
            <a:r>
              <a:rPr lang="en-US" altLang="zh-CN" sz="1800" b="1" i="0" u="none" strike="noStrike" kern="0" cap="none" spc="0" baseline="0">
                <a:solidFill>
                  <a:srgbClr val="000000"/>
                </a:solidFill>
                <a:latin typeface="Times New Roman" charset="0"/>
                <a:ea typeface="Arial" charset="0"/>
                <a:cs typeface="Times New Roman" charset="0"/>
                <a:sym typeface="Arial" charset="0"/>
              </a:rPr>
              <a:t>3. Data Analysis</a:t>
            </a:r>
            <a:r>
              <a:rPr lang="zh-CN" altLang="en-US" sz="1800" b="0" i="0" u="none" strike="noStrike" kern="0" cap="none" spc="0" baseline="0">
                <a:solidFill>
                  <a:srgbClr val="000000"/>
                </a:solidFill>
                <a:latin typeface="Times New Roman" charset="0"/>
                <a:ea typeface="Arial" charset="0"/>
                <a:cs typeface="Times New Roman" charset="0"/>
                <a:sym typeface="Arial" charset="0"/>
              </a:rPr>
              <a:t/>
            </a:r>
            <a:br>
              <a:rPr lang="zh-CN" altLang="en-US" sz="1800" b="0" i="0" u="none" strike="noStrike" kern="0" cap="none" spc="0" baseline="0">
                <a:solidFill>
                  <a:srgbClr val="000000"/>
                </a:solidFill>
                <a:latin typeface="Times New Roman" charset="0"/>
                <a:ea typeface="Arial" charset="0"/>
                <a:cs typeface="Times New Roman" charset="0"/>
                <a:sym typeface="Arial" charset="0"/>
              </a:rPr>
            </a:br>
            <a:r>
              <a:rPr lang="en-US" altLang="zh-CN" sz="1800" b="0" i="0" u="none" strike="noStrike" kern="0" cap="none" spc="0" baseline="0">
                <a:solidFill>
                  <a:srgbClr val="000000"/>
                </a:solidFill>
                <a:latin typeface="Times New Roman" charset="0"/>
                <a:ea typeface="Arial" charset="0"/>
                <a:cs typeface="Times New Roman" charset="0"/>
                <a:sym typeface="Arial" charset="0"/>
              </a:rPr>
              <a:t>Analyze the collected data to understand occupancy patterns, peak hours and factors affecting parking availability.</a:t>
            </a:r>
          </a:p>
          <a:p>
            <a:pPr marL="0" indent="0" algn="l">
              <a:lnSpc>
                <a:spcPct val="150000"/>
              </a:lnSpc>
              <a:spcBef>
                <a:spcPts val="0"/>
              </a:spcBef>
              <a:spcAft>
                <a:spcPts val="0"/>
              </a:spcAft>
              <a:buNone/>
            </a:pPr>
            <a:r>
              <a:rPr lang="en-US" altLang="zh-CN" sz="1800" b="1" i="0" u="none" strike="noStrike" kern="0" cap="none" spc="0" baseline="0">
                <a:solidFill>
                  <a:srgbClr val="000000"/>
                </a:solidFill>
                <a:latin typeface="Times New Roman" charset="0"/>
                <a:ea typeface="Arial" charset="0"/>
                <a:cs typeface="Times New Roman" charset="0"/>
                <a:sym typeface="Arial" charset="0"/>
              </a:rPr>
              <a:t>4. Model Development</a:t>
            </a:r>
            <a:r>
              <a:rPr lang="zh-CN" altLang="en-US" sz="1800" b="0" i="0" u="none" strike="noStrike" kern="0" cap="none" spc="0" baseline="0">
                <a:solidFill>
                  <a:srgbClr val="000000"/>
                </a:solidFill>
                <a:latin typeface="Times New Roman" charset="0"/>
                <a:ea typeface="Arial" charset="0"/>
                <a:cs typeface="Times New Roman" charset="0"/>
                <a:sym typeface="Arial" charset="0"/>
              </a:rPr>
              <a:t/>
            </a:r>
            <a:br>
              <a:rPr lang="zh-CN" altLang="en-US" sz="1800" b="0" i="0" u="none" strike="noStrike" kern="0" cap="none" spc="0" baseline="0">
                <a:solidFill>
                  <a:srgbClr val="000000"/>
                </a:solidFill>
                <a:latin typeface="Times New Roman" charset="0"/>
                <a:ea typeface="Arial" charset="0"/>
                <a:cs typeface="Times New Roman" charset="0"/>
                <a:sym typeface="Arial" charset="0"/>
              </a:rPr>
            </a:br>
            <a:r>
              <a:rPr lang="en-US" altLang="zh-CN" sz="1800" b="0" i="0" u="none" strike="noStrike" kern="0" cap="none" spc="0" baseline="0">
                <a:solidFill>
                  <a:srgbClr val="000000"/>
                </a:solidFill>
                <a:latin typeface="Times New Roman" charset="0"/>
                <a:ea typeface="Arial" charset="0"/>
                <a:cs typeface="Times New Roman" charset="0"/>
                <a:sym typeface="Arial" charset="0"/>
              </a:rPr>
              <a:t>Prepare the dataset and develop a Random Forest classification model using the selected parking features.</a:t>
            </a:r>
          </a:p>
          <a:p>
            <a:pPr marL="0" indent="0" algn="l">
              <a:lnSpc>
                <a:spcPct val="150000"/>
              </a:lnSpc>
              <a:spcBef>
                <a:spcPts val="0"/>
              </a:spcBef>
              <a:spcAft>
                <a:spcPts val="0"/>
              </a:spcAft>
              <a:buNone/>
            </a:pPr>
            <a:r>
              <a:rPr lang="en-US" altLang="zh-CN" sz="1800" b="1" i="0" u="none" strike="noStrike" kern="0" cap="none" spc="0" baseline="0">
                <a:solidFill>
                  <a:srgbClr val="000000"/>
                </a:solidFill>
                <a:latin typeface="Times New Roman" charset="0"/>
                <a:ea typeface="Arial" charset="0"/>
                <a:cs typeface="Times New Roman" charset="0"/>
                <a:sym typeface="Arial" charset="0"/>
              </a:rPr>
              <a:t>5. Model Evaluation</a:t>
            </a:r>
            <a:r>
              <a:rPr lang="zh-CN" altLang="en-US" sz="1800" b="0" i="0" u="none" strike="noStrike" kern="0" cap="none" spc="0" baseline="0">
                <a:solidFill>
                  <a:srgbClr val="000000"/>
                </a:solidFill>
                <a:latin typeface="Times New Roman" charset="0"/>
                <a:ea typeface="Arial" charset="0"/>
                <a:cs typeface="Times New Roman" charset="0"/>
                <a:sym typeface="Arial" charset="0"/>
              </a:rPr>
              <a:t/>
            </a:r>
            <a:br>
              <a:rPr lang="zh-CN" altLang="en-US" sz="1800" b="0" i="0" u="none" strike="noStrike" kern="0" cap="none" spc="0" baseline="0">
                <a:solidFill>
                  <a:srgbClr val="000000"/>
                </a:solidFill>
                <a:latin typeface="Times New Roman" charset="0"/>
                <a:ea typeface="Arial" charset="0"/>
                <a:cs typeface="Times New Roman" charset="0"/>
                <a:sym typeface="Arial" charset="0"/>
              </a:rPr>
            </a:br>
            <a:r>
              <a:rPr lang="en-US" altLang="zh-CN" sz="1800" b="0" i="0" u="none" strike="noStrike" kern="0" cap="none" spc="0" baseline="0">
                <a:solidFill>
                  <a:srgbClr val="000000"/>
                </a:solidFill>
                <a:latin typeface="Times New Roman" charset="0"/>
                <a:ea typeface="Arial" charset="0"/>
                <a:cs typeface="Times New Roman" charset="0"/>
                <a:sym typeface="Arial" charset="0"/>
              </a:rPr>
              <a:t>Test the model using unseen data and evaluate its performance using accuracy and classification results.</a:t>
            </a:r>
          </a:p>
          <a:p>
            <a:pPr marL="0" indent="0" algn="l">
              <a:lnSpc>
                <a:spcPct val="150000"/>
              </a:lnSpc>
              <a:spcBef>
                <a:spcPts val="0"/>
              </a:spcBef>
              <a:spcAft>
                <a:spcPts val="0"/>
              </a:spcAft>
              <a:buNone/>
            </a:pPr>
            <a:r>
              <a:rPr lang="en-US" altLang="zh-CN" sz="1800" b="1" i="0" u="none" strike="noStrike" kern="0" cap="none" spc="0" baseline="0">
                <a:solidFill>
                  <a:srgbClr val="000000"/>
                </a:solidFill>
                <a:latin typeface="Times New Roman" charset="0"/>
                <a:ea typeface="Arial" charset="0"/>
                <a:cs typeface="Times New Roman" charset="0"/>
                <a:sym typeface="Arial" charset="0"/>
              </a:rPr>
              <a:t>6. System Validation</a:t>
            </a:r>
            <a:r>
              <a:rPr lang="zh-CN" altLang="en-US" sz="1800" b="0" i="0" u="none" strike="noStrike" kern="0" cap="none" spc="0" baseline="0">
                <a:solidFill>
                  <a:srgbClr val="000000"/>
                </a:solidFill>
                <a:latin typeface="Times New Roman" charset="0"/>
                <a:ea typeface="Arial" charset="0"/>
                <a:cs typeface="Times New Roman" charset="0"/>
                <a:sym typeface="Arial" charset="0"/>
              </a:rPr>
              <a:t/>
            </a:r>
            <a:br>
              <a:rPr lang="zh-CN" altLang="en-US" sz="1800" b="0" i="0" u="none" strike="noStrike" kern="0" cap="none" spc="0" baseline="0">
                <a:solidFill>
                  <a:srgbClr val="000000"/>
                </a:solidFill>
                <a:latin typeface="Times New Roman" charset="0"/>
                <a:ea typeface="Arial" charset="0"/>
                <a:cs typeface="Times New Roman" charset="0"/>
                <a:sym typeface="Arial" charset="0"/>
              </a:rPr>
            </a:br>
            <a:r>
              <a:rPr lang="en-US" altLang="zh-CN" sz="1800" b="0" i="0" u="none" strike="noStrike" kern="0" cap="none" spc="0" baseline="0">
                <a:solidFill>
                  <a:srgbClr val="000000"/>
                </a:solidFill>
                <a:latin typeface="Times New Roman" charset="0"/>
                <a:ea typeface="Arial" charset="0"/>
                <a:cs typeface="Times New Roman" charset="0"/>
                <a:sym typeface="Arial" charset="0"/>
              </a:rPr>
              <a:t>Validate the predictions with parking-status data and verify whether the system can reliably identify available spaces.</a:t>
            </a:r>
          </a:p>
          <a:p>
            <a:pPr marL="0" indent="0" algn="l">
              <a:lnSpc>
                <a:spcPct val="100000"/>
              </a:lnSpc>
              <a:spcBef>
                <a:spcPts val="0"/>
              </a:spcBef>
              <a:spcAft>
                <a:spcPts val="0"/>
              </a:spcAft>
              <a:buNone/>
            </a:pPr>
            <a:endParaRPr lang="zh-CN" altLang="en-US" sz="1800" b="0" i="0" u="none" strike="noStrike" kern="0" cap="none" spc="0" baseline="0">
              <a:solidFill>
                <a:srgbClr val="000000"/>
              </a:solidFill>
              <a:latin typeface="Times New Roman" charset="0"/>
              <a:ea typeface="Arial" charset="0"/>
              <a:cs typeface="Times New Roman" charset="0"/>
              <a:sym typeface="Arial" charset="0"/>
            </a:endParaRPr>
          </a:p>
        </p:txBody>
      </p:sp>
    </p:spTree>
    <p:extLst>
      <p:ext uri="{BB962C8B-B14F-4D97-AF65-F5344CB8AC3E}">
        <p14:creationId xmlns:p14="http://schemas.microsoft.com/office/powerpoint/2010/main" val="12841516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5" name="文本框"/>
          <p:cNvSpPr>
            <a:spLocks noGrp="1"/>
          </p:cNvSpPr>
          <p:nvPr>
            <p:ph type="sldNum"/>
          </p:nvPr>
        </p:nvSpPr>
        <p:spPr>
          <a:xfrm>
            <a:off x="11068811" y="6464680"/>
            <a:ext cx="244475" cy="186404"/>
          </a:xfrm>
          <a:prstGeom prst="rect">
            <a:avLst/>
          </a:prstGeom>
          <a:noFill/>
          <a:ln w="12700" cap="flat" cmpd="sng">
            <a:noFill/>
            <a:prstDash val="solid"/>
            <a:round/>
          </a:ln>
        </p:spPr>
        <p:txBody>
          <a:bodyPr vert="horz" wrap="square" lIns="0" tIns="0" rIns="0" bIns="0" anchor="ctr" anchorCtr="0">
            <a:prstTxWarp prst="textNoShape">
              <a:avLst/>
            </a:prstTxWarp>
            <a:spAutoFit/>
          </a:bodyPr>
          <a:lstStyle/>
          <a:p>
            <a:pPr marL="38100" indent="0" algn="r">
              <a:lnSpc>
                <a:spcPct val="103000"/>
              </a:lnSpc>
              <a:spcBef>
                <a:spcPts val="0"/>
              </a:spcBef>
              <a:spcAft>
                <a:spcPts val="0"/>
              </a:spcAft>
              <a:buNone/>
            </a:pPr>
            <a:fld id="{CAD2D6BD-DE1B-4B5F-8B41-2702339687B9}" type="slidenum">
              <a:rPr lang="en-US" altLang="zh-CN" sz="1200" b="0" i="0" u="none" strike="noStrike" kern="0" cap="none" spc="0" baseline="0">
                <a:solidFill>
                  <a:srgbClr val="888888"/>
                </a:solidFill>
                <a:latin typeface="Calibri" charset="0"/>
                <a:ea typeface="Calibri" charset="0"/>
                <a:cs typeface="Calibri" charset="0"/>
                <a:sym typeface="Calibri" charset="0"/>
              </a:rPr>
              <a:t>11</a:t>
            </a:fld>
            <a:endParaRPr lang="zh-CN" altLang="en-US" sz="1200" b="0" i="0" u="none" strike="noStrike" kern="0" cap="none" spc="0" baseline="0">
              <a:solidFill>
                <a:srgbClr val="888888"/>
              </a:solidFill>
              <a:latin typeface="Calibri" charset="0"/>
              <a:ea typeface="Calibri" charset="0"/>
              <a:cs typeface="Calibri" charset="0"/>
              <a:sym typeface="Calibri" charset="0"/>
            </a:endParaRPr>
          </a:p>
        </p:txBody>
      </p:sp>
      <p:sp>
        <p:nvSpPr>
          <p:cNvPr id="96" name="矩形"/>
          <p:cNvSpPr>
            <a:spLocks/>
          </p:cNvSpPr>
          <p:nvPr/>
        </p:nvSpPr>
        <p:spPr>
          <a:xfrm>
            <a:off x="218368" y="1261833"/>
            <a:ext cx="11755262" cy="5339715"/>
          </a:xfrm>
          <a:prstGeom prst="rect">
            <a:avLst/>
          </a:prstGeom>
          <a:noFill/>
          <a:ln w="12700" cap="flat" cmpd="sng">
            <a:noFill/>
            <a:prstDash val="solid"/>
            <a:miter/>
          </a:ln>
        </p:spPr>
        <p:txBody>
          <a:bodyPr vert="horz" wrap="square" lIns="91440" tIns="45720" rIns="91440" bIns="45720" anchor="t" anchorCtr="0">
            <a:prstTxWarp prst="textNoShape">
              <a:avLst/>
            </a:prstTxWarp>
            <a:spAutoFit/>
          </a:bodyPr>
          <a:lstStyle/>
          <a:p>
            <a:pPr marL="0" indent="0" algn="l">
              <a:lnSpc>
                <a:spcPct val="100000"/>
              </a:lnSpc>
              <a:spcBef>
                <a:spcPts val="0"/>
              </a:spcBef>
              <a:spcAft>
                <a:spcPts val="0"/>
              </a:spcAft>
              <a:buNone/>
            </a:pPr>
            <a:r>
              <a:rPr lang="en-US" altLang="zh-CN" sz="2400" b="1" i="0" u="none" strike="noStrike" kern="0" cap="none" spc="0" baseline="0">
                <a:solidFill>
                  <a:srgbClr val="000000"/>
                </a:solidFill>
                <a:latin typeface="Times New Roman" charset="0"/>
                <a:ea typeface="Arial" charset="0"/>
                <a:cs typeface="Times New Roman" charset="0"/>
                <a:sym typeface="Arial" charset="0"/>
              </a:rPr>
              <a:t>1. Parking Data Input</a:t>
            </a:r>
          </a:p>
          <a:p>
            <a:pPr marL="342900" indent="-342900" algn="l">
              <a:lnSpc>
                <a:spcPct val="100000"/>
              </a:lnSpc>
              <a:spcBef>
                <a:spcPts val="0"/>
              </a:spcBef>
              <a:spcAft>
                <a:spcPts val="0"/>
              </a:spcAft>
              <a:buFont typeface="Arial" charset="0"/>
              <a:buChar char="•"/>
            </a:pPr>
            <a:r>
              <a:rPr lang="en-US" altLang="zh-CN" sz="2400" b="0" i="0" u="none" strike="noStrike" kern="0" cap="none" spc="0" baseline="0">
                <a:solidFill>
                  <a:srgbClr val="000000"/>
                </a:solidFill>
                <a:latin typeface="Times New Roman" charset="0"/>
                <a:ea typeface="Arial" charset="0"/>
                <a:cs typeface="Times New Roman" charset="0"/>
                <a:sym typeface="Arial" charset="0"/>
              </a:rPr>
              <a:t>Collect parking-related data such as Slot ID, date, time and occupancy status. </a:t>
            </a:r>
          </a:p>
          <a:p>
            <a:pPr marL="342900" indent="-342900" algn="l">
              <a:lnSpc>
                <a:spcPct val="100000"/>
              </a:lnSpc>
              <a:spcBef>
                <a:spcPts val="0"/>
              </a:spcBef>
              <a:spcAft>
                <a:spcPts val="0"/>
              </a:spcAft>
              <a:buFont typeface="Arial" charset="0"/>
              <a:buChar char="•"/>
            </a:pPr>
            <a:r>
              <a:rPr lang="en-US" altLang="zh-CN" sz="2400" b="0" i="0" u="none" strike="noStrike" kern="0" cap="none" spc="0" baseline="0">
                <a:solidFill>
                  <a:srgbClr val="000000"/>
                </a:solidFill>
                <a:latin typeface="Times New Roman" charset="0"/>
                <a:ea typeface="Arial" charset="0"/>
                <a:cs typeface="Times New Roman" charset="0"/>
                <a:sym typeface="Arial" charset="0"/>
              </a:rPr>
              <a:t>The dataset contains information about whether a particular parking slot is AVAILABLE or OCCUPIED. </a:t>
            </a:r>
          </a:p>
          <a:p>
            <a:pPr marL="342900" indent="-342900" algn="l">
              <a:lnSpc>
                <a:spcPct val="100000"/>
              </a:lnSpc>
              <a:spcBef>
                <a:spcPts val="0"/>
              </a:spcBef>
              <a:spcAft>
                <a:spcPts val="0"/>
              </a:spcAft>
              <a:buFont typeface="Arial" charset="0"/>
              <a:buChar char="•"/>
            </a:pPr>
            <a:r>
              <a:rPr lang="en-US" altLang="zh-CN" sz="2400" b="0" i="0" u="none" strike="noStrike" kern="0" cap="none" spc="0" baseline="0">
                <a:solidFill>
                  <a:srgbClr val="000000"/>
                </a:solidFill>
                <a:latin typeface="Times New Roman" charset="0"/>
                <a:ea typeface="Arial" charset="0"/>
                <a:cs typeface="Times New Roman" charset="0"/>
                <a:sym typeface="Arial" charset="0"/>
              </a:rPr>
              <a:t>Historical occupancy records help the model identify parking patterns based on time and day. </a:t>
            </a:r>
          </a:p>
          <a:p>
            <a:pPr marL="342900" indent="-342900" algn="l">
              <a:lnSpc>
                <a:spcPct val="100000"/>
              </a:lnSpc>
              <a:spcBef>
                <a:spcPts val="0"/>
              </a:spcBef>
              <a:spcAft>
                <a:spcPts val="0"/>
              </a:spcAft>
              <a:buFont typeface="Arial" charset="0"/>
              <a:buChar char="•"/>
            </a:pPr>
            <a:r>
              <a:rPr lang="en-US" altLang="zh-CN" sz="2400" b="0" i="0" u="none" strike="noStrike" kern="0" cap="none" spc="0" baseline="0">
                <a:solidFill>
                  <a:srgbClr val="000000"/>
                </a:solidFill>
                <a:latin typeface="Times New Roman" charset="0"/>
                <a:ea typeface="Arial" charset="0"/>
                <a:cs typeface="Times New Roman" charset="0"/>
                <a:sym typeface="Arial" charset="0"/>
              </a:rPr>
              <a:t>Additional relevant attributes can be included if they are available in the dataset. </a:t>
            </a:r>
          </a:p>
          <a:p>
            <a:pPr marL="342900" indent="-342900" algn="l">
              <a:lnSpc>
                <a:spcPct val="100000"/>
              </a:lnSpc>
              <a:spcBef>
                <a:spcPts val="0"/>
              </a:spcBef>
              <a:spcAft>
                <a:spcPts val="0"/>
              </a:spcAft>
              <a:buFont typeface="Arial" charset="0"/>
              <a:buChar char="•"/>
            </a:pPr>
            <a:endParaRPr lang="en-US" altLang="zh-CN" sz="2400" b="0" i="0" u="none" strike="noStrike" kern="0" cap="none" spc="0" baseline="0">
              <a:solidFill>
                <a:srgbClr val="000000"/>
              </a:solidFill>
              <a:latin typeface="Times New Roman" charset="0"/>
              <a:ea typeface="Arial" charset="0"/>
              <a:cs typeface="Times New Roman" charset="0"/>
              <a:sym typeface="Arial" charset="0"/>
            </a:endParaRPr>
          </a:p>
          <a:p>
            <a:pPr marL="0" indent="0" algn="l">
              <a:lnSpc>
                <a:spcPct val="100000"/>
              </a:lnSpc>
              <a:spcBef>
                <a:spcPts val="0"/>
              </a:spcBef>
              <a:spcAft>
                <a:spcPts val="0"/>
              </a:spcAft>
              <a:buNone/>
            </a:pPr>
            <a:r>
              <a:rPr lang="en-US" altLang="zh-CN" sz="2400" b="1" i="0" u="none" strike="noStrike" kern="0" cap="none" spc="0" baseline="0">
                <a:solidFill>
                  <a:srgbClr val="000000"/>
                </a:solidFill>
                <a:latin typeface="Times New Roman" charset="0"/>
                <a:ea typeface="Arial" charset="0"/>
                <a:cs typeface="Times New Roman" charset="0"/>
                <a:sym typeface="Arial" charset="0"/>
              </a:rPr>
              <a:t>2</a:t>
            </a:r>
            <a:r>
              <a:rPr lang="en-US" altLang="zh-CN" sz="2400" b="0" i="0" u="none" strike="noStrike" kern="0" cap="none" spc="0" baseline="0">
                <a:solidFill>
                  <a:srgbClr val="000000"/>
                </a:solidFill>
                <a:latin typeface="Times New Roman" charset="0"/>
                <a:ea typeface="Arial" charset="0"/>
                <a:cs typeface="Times New Roman" charset="0"/>
                <a:sym typeface="Arial" charset="0"/>
              </a:rPr>
              <a:t>. </a:t>
            </a:r>
            <a:r>
              <a:rPr lang="en-US" altLang="zh-CN" sz="2400" b="1" i="0" u="none" strike="noStrike" kern="0" cap="none" spc="0" baseline="0">
                <a:solidFill>
                  <a:srgbClr val="000000"/>
                </a:solidFill>
                <a:latin typeface="Times New Roman" charset="0"/>
                <a:ea typeface="Arial" charset="0"/>
                <a:cs typeface="Times New Roman" charset="0"/>
                <a:sym typeface="Arial" charset="0"/>
              </a:rPr>
              <a:t>Data Preprocessing</a:t>
            </a:r>
          </a:p>
          <a:p>
            <a:pPr marL="342900" indent="-342900" algn="l">
              <a:lnSpc>
                <a:spcPct val="100000"/>
              </a:lnSpc>
              <a:spcBef>
                <a:spcPts val="0"/>
              </a:spcBef>
              <a:spcAft>
                <a:spcPts val="0"/>
              </a:spcAft>
              <a:buFont typeface="Arial" charset="0"/>
              <a:buChar char="•"/>
            </a:pPr>
            <a:r>
              <a:rPr lang="en-US" altLang="zh-CN" sz="2400" b="0" i="0" u="none" strike="noStrike" kern="0" cap="none" spc="0" baseline="0">
                <a:solidFill>
                  <a:srgbClr val="000000"/>
                </a:solidFill>
                <a:latin typeface="Times New Roman" charset="0"/>
                <a:ea typeface="Arial" charset="0"/>
                <a:cs typeface="Times New Roman" charset="0"/>
                <a:sym typeface="Arial" charset="0"/>
              </a:rPr>
              <a:t>Remove duplicate records to avoid repeated information affecting the model. </a:t>
            </a:r>
          </a:p>
          <a:p>
            <a:pPr marL="342900" indent="-342900" algn="l">
              <a:lnSpc>
                <a:spcPct val="100000"/>
              </a:lnSpc>
              <a:spcBef>
                <a:spcPts val="0"/>
              </a:spcBef>
              <a:spcAft>
                <a:spcPts val="0"/>
              </a:spcAft>
              <a:buFont typeface="Arial" charset="0"/>
              <a:buChar char="•"/>
            </a:pPr>
            <a:r>
              <a:rPr lang="en-US" altLang="zh-CN" sz="2400" b="0" i="0" u="none" strike="noStrike" kern="0" cap="none" spc="0" baseline="0">
                <a:solidFill>
                  <a:srgbClr val="000000"/>
                </a:solidFill>
                <a:latin typeface="Times New Roman" charset="0"/>
                <a:ea typeface="Arial" charset="0"/>
                <a:cs typeface="Times New Roman" charset="0"/>
                <a:sym typeface="Arial" charset="0"/>
              </a:rPr>
              <a:t>Handle missing or incomplete values so that the dataset is suitable for training. </a:t>
            </a:r>
          </a:p>
          <a:p>
            <a:pPr marL="342900" indent="-342900" algn="l">
              <a:lnSpc>
                <a:spcPct val="100000"/>
              </a:lnSpc>
              <a:spcBef>
                <a:spcPts val="0"/>
              </a:spcBef>
              <a:spcAft>
                <a:spcPts val="0"/>
              </a:spcAft>
              <a:buFont typeface="Arial" charset="0"/>
              <a:buChar char="•"/>
            </a:pPr>
            <a:r>
              <a:rPr lang="en-US" altLang="zh-CN" sz="2400" b="0" i="0" u="none" strike="noStrike" kern="0" cap="none" spc="0" baseline="0">
                <a:solidFill>
                  <a:srgbClr val="000000"/>
                </a:solidFill>
                <a:latin typeface="Times New Roman" charset="0"/>
                <a:ea typeface="Arial" charset="0"/>
                <a:cs typeface="Times New Roman" charset="0"/>
                <a:sym typeface="Arial" charset="0"/>
              </a:rPr>
              <a:t>Convert categorical information into a machine-readable format. </a:t>
            </a:r>
          </a:p>
          <a:p>
            <a:pPr marL="342900" indent="-342900" algn="l">
              <a:lnSpc>
                <a:spcPct val="100000"/>
              </a:lnSpc>
              <a:spcBef>
                <a:spcPts val="0"/>
              </a:spcBef>
              <a:spcAft>
                <a:spcPts val="0"/>
              </a:spcAft>
              <a:buFont typeface="Arial" charset="0"/>
              <a:buChar char="•"/>
            </a:pPr>
            <a:r>
              <a:rPr lang="en-US" altLang="zh-CN" sz="2400" b="0" i="0" u="none" strike="noStrike" kern="0" cap="none" spc="0" baseline="0">
                <a:solidFill>
                  <a:srgbClr val="000000"/>
                </a:solidFill>
                <a:latin typeface="Times New Roman" charset="0"/>
                <a:ea typeface="Arial" charset="0"/>
                <a:cs typeface="Times New Roman" charset="0"/>
                <a:sym typeface="Arial" charset="0"/>
              </a:rPr>
              <a:t>After preprocessing, the data becomes clean and consistent for further analysis. </a:t>
            </a:r>
          </a:p>
          <a:p>
            <a:pPr marL="0" indent="0" algn="l">
              <a:lnSpc>
                <a:spcPct val="150000"/>
              </a:lnSpc>
              <a:spcBef>
                <a:spcPts val="0"/>
              </a:spcBef>
              <a:spcAft>
                <a:spcPts val="0"/>
              </a:spcAft>
              <a:buNone/>
            </a:pPr>
            <a:endParaRPr lang="zh-CN" altLang="en-US" sz="2400" b="0" i="0" u="none" strike="noStrike" kern="0" cap="none" spc="0" baseline="0">
              <a:solidFill>
                <a:srgbClr val="000000"/>
              </a:solidFill>
              <a:latin typeface="Times New Roman" charset="0"/>
              <a:ea typeface="Arial" charset="0"/>
              <a:cs typeface="Times New Roman" charset="0"/>
              <a:sym typeface="Arial" charset="0"/>
            </a:endParaRPr>
          </a:p>
        </p:txBody>
      </p:sp>
      <p:sp>
        <p:nvSpPr>
          <p:cNvPr id="97" name="矩形"/>
          <p:cNvSpPr>
            <a:spLocks/>
          </p:cNvSpPr>
          <p:nvPr/>
        </p:nvSpPr>
        <p:spPr>
          <a:xfrm>
            <a:off x="2309821" y="519322"/>
            <a:ext cx="8758991" cy="820102"/>
          </a:xfrm>
          <a:prstGeom prst="rect">
            <a:avLst/>
          </a:prstGeom>
          <a:noFill/>
          <a:ln w="12700" cap="flat" cmpd="sng">
            <a:noFill/>
            <a:prstDash val="solid"/>
            <a:miter/>
          </a:ln>
        </p:spPr>
        <p:txBody>
          <a:bodyPr vert="horz" wrap="square" lIns="91440" tIns="45720" rIns="91440" bIns="45720" anchor="t" anchorCtr="0">
            <a:prstTxWarp prst="textNoShape">
              <a:avLst/>
            </a:prstTxWarp>
            <a:spAutoFit/>
          </a:bodyPr>
          <a:lstStyle/>
          <a:p>
            <a:pPr marL="0" indent="0" algn="l">
              <a:lnSpc>
                <a:spcPct val="150000"/>
              </a:lnSpc>
              <a:spcBef>
                <a:spcPts val="0"/>
              </a:spcBef>
              <a:spcAft>
                <a:spcPts val="0"/>
              </a:spcAft>
              <a:buNone/>
            </a:pPr>
            <a:r>
              <a:rPr lang="en-US" altLang="zh-CN" sz="3200" b="1" i="0" u="none" strike="noStrike" kern="0" cap="none" spc="0" baseline="0">
                <a:solidFill>
                  <a:srgbClr val="000000"/>
                </a:solidFill>
                <a:latin typeface="Times New Roman" charset="0"/>
                <a:ea typeface="Arial" charset="0"/>
                <a:cs typeface="Times New Roman" charset="0"/>
                <a:sym typeface="Arial" charset="0"/>
              </a:rPr>
              <a:t>DATA COLLECTION &amp; PREPROCESSING</a:t>
            </a:r>
            <a:endParaRPr lang="zh-CN" altLang="en-US" sz="3200" b="1" i="0" u="none" strike="noStrike" kern="0" cap="none" spc="0" baseline="0">
              <a:solidFill>
                <a:srgbClr val="000000"/>
              </a:solidFill>
              <a:latin typeface="Times New Roman" charset="0"/>
              <a:ea typeface="Arial" charset="0"/>
              <a:cs typeface="Times New Roman" charset="0"/>
              <a:sym typeface="Arial" charset="0"/>
            </a:endParaRPr>
          </a:p>
        </p:txBody>
      </p:sp>
    </p:spTree>
    <p:extLst>
      <p:ext uri="{BB962C8B-B14F-4D97-AF65-F5344CB8AC3E}">
        <p14:creationId xmlns:p14="http://schemas.microsoft.com/office/powerpoint/2010/main" val="62328188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0" name="矩形"/>
          <p:cNvSpPr>
            <a:spLocks/>
          </p:cNvSpPr>
          <p:nvPr/>
        </p:nvSpPr>
        <p:spPr>
          <a:xfrm>
            <a:off x="1710488" y="505326"/>
            <a:ext cx="8771022" cy="577175"/>
          </a:xfrm>
          <a:prstGeom prst="rect">
            <a:avLst/>
          </a:prstGeom>
          <a:noFill/>
          <a:ln w="12700" cap="flat" cmpd="sng">
            <a:noFill/>
            <a:prstDash val="solid"/>
            <a:round/>
          </a:ln>
        </p:spPr>
        <p:txBody>
          <a:bodyPr vert="horz" wrap="square" lIns="91425" tIns="45700" rIns="91425" bIns="45700" anchor="t" anchorCtr="0">
            <a:prstTxWarp prst="textNoShape">
              <a:avLst/>
            </a:prstTxWarp>
            <a:spAutoFit/>
          </a:bodyPr>
          <a:lstStyle/>
          <a:p>
            <a:pPr marL="0" indent="0" algn="l">
              <a:lnSpc>
                <a:spcPct val="100000"/>
              </a:lnSpc>
              <a:spcBef>
                <a:spcPts val="0"/>
              </a:spcBef>
              <a:spcAft>
                <a:spcPts val="0"/>
              </a:spcAft>
              <a:buNone/>
            </a:pPr>
            <a:r>
              <a:rPr lang="en-US" altLang="zh-CN" sz="3200" b="1" i="0" u="none" strike="noStrike" kern="0" cap="none" spc="0" baseline="0">
                <a:solidFill>
                  <a:srgbClr val="000000"/>
                </a:solidFill>
                <a:latin typeface="Times New Roman" charset="0"/>
                <a:ea typeface="Arial" charset="0"/>
                <a:cs typeface="Times New Roman" charset="0"/>
                <a:sym typeface="Arial" charset="0"/>
              </a:rPr>
              <a:t>FEATURE SELECTION &amp; DATA SPLITTING</a:t>
            </a:r>
            <a:endParaRPr lang="zh-CN" altLang="en-US" sz="3200" b="1" i="0" u="none" strike="noStrike" kern="0" cap="none" spc="0" baseline="0">
              <a:solidFill>
                <a:srgbClr val="000000"/>
              </a:solidFill>
              <a:latin typeface="Times New Roman" charset="0"/>
              <a:ea typeface="Arial" charset="0"/>
              <a:cs typeface="Times New Roman" charset="0"/>
              <a:sym typeface="Arial" charset="0"/>
            </a:endParaRPr>
          </a:p>
        </p:txBody>
      </p:sp>
      <p:sp>
        <p:nvSpPr>
          <p:cNvPr id="101" name="矩形"/>
          <p:cNvSpPr>
            <a:spLocks/>
          </p:cNvSpPr>
          <p:nvPr/>
        </p:nvSpPr>
        <p:spPr>
          <a:xfrm>
            <a:off x="336883" y="1225688"/>
            <a:ext cx="11518231" cy="5520690"/>
          </a:xfrm>
          <a:prstGeom prst="rect">
            <a:avLst/>
          </a:prstGeom>
          <a:noFill/>
          <a:ln w="12700" cap="flat" cmpd="sng">
            <a:noFill/>
            <a:prstDash val="solid"/>
            <a:miter/>
          </a:ln>
        </p:spPr>
        <p:txBody>
          <a:bodyPr vert="horz" wrap="square" lIns="91440" tIns="45720" rIns="91440" bIns="45720" anchor="t" anchorCtr="0">
            <a:prstTxWarp prst="textNoShape">
              <a:avLst/>
            </a:prstTxWarp>
            <a:spAutoFit/>
          </a:bodyPr>
          <a:lstStyle/>
          <a:p>
            <a:pPr marL="0" indent="0" algn="l">
              <a:lnSpc>
                <a:spcPct val="100000"/>
              </a:lnSpc>
              <a:spcBef>
                <a:spcPts val="0"/>
              </a:spcBef>
              <a:spcAft>
                <a:spcPts val="0"/>
              </a:spcAft>
              <a:buNone/>
            </a:pPr>
            <a:r>
              <a:rPr lang="en-US" altLang="zh-CN" sz="2400" b="1" i="0" u="none" strike="noStrike" kern="0" cap="none" spc="0" baseline="0">
                <a:solidFill>
                  <a:srgbClr val="000000"/>
                </a:solidFill>
                <a:latin typeface="Times New Roman" charset="0"/>
                <a:ea typeface="Arial" charset="0"/>
                <a:cs typeface="Times New Roman" charset="0"/>
                <a:sym typeface="Arial" charset="0"/>
              </a:rPr>
              <a:t>3. Feature Selection</a:t>
            </a:r>
          </a:p>
          <a:p>
            <a:pPr marL="285750" indent="-285750" algn="l">
              <a:lnSpc>
                <a:spcPct val="100000"/>
              </a:lnSpc>
              <a:spcBef>
                <a:spcPts val="0"/>
              </a:spcBef>
              <a:spcAft>
                <a:spcPts val="0"/>
              </a:spcAft>
              <a:buFont typeface="Arial" charset="0"/>
              <a:buChar char="•"/>
            </a:pPr>
            <a:r>
              <a:rPr lang="en-US" altLang="zh-CN" sz="2400" b="0" i="0" u="none" strike="noStrike" kern="0" cap="none" spc="0" baseline="0">
                <a:solidFill>
                  <a:srgbClr val="000000"/>
                </a:solidFill>
                <a:latin typeface="Times New Roman" charset="0"/>
                <a:ea typeface="Arial" charset="0"/>
                <a:cs typeface="Times New Roman" charset="0"/>
                <a:sym typeface="Arial" charset="0"/>
              </a:rPr>
              <a:t>Select the features that have a meaningful relationship with parking availability. </a:t>
            </a:r>
          </a:p>
          <a:p>
            <a:pPr marL="285750" indent="-285750" algn="l">
              <a:lnSpc>
                <a:spcPct val="100000"/>
              </a:lnSpc>
              <a:spcBef>
                <a:spcPts val="0"/>
              </a:spcBef>
              <a:spcAft>
                <a:spcPts val="0"/>
              </a:spcAft>
              <a:buFont typeface="Arial" charset="0"/>
              <a:buChar char="•"/>
            </a:pPr>
            <a:r>
              <a:rPr lang="en-US" altLang="zh-CN" sz="2400" b="0" i="0" u="none" strike="noStrike" kern="0" cap="none" spc="0" baseline="0">
                <a:solidFill>
                  <a:srgbClr val="000000"/>
                </a:solidFill>
                <a:latin typeface="Times New Roman" charset="0"/>
                <a:ea typeface="Arial" charset="0"/>
                <a:cs typeface="Times New Roman" charset="0"/>
                <a:sym typeface="Arial" charset="0"/>
              </a:rPr>
              <a:t>Important features can include hour, day, previous occupancy status and parking-slot information. </a:t>
            </a:r>
          </a:p>
          <a:p>
            <a:pPr marL="285750" indent="-285750" algn="l">
              <a:lnSpc>
                <a:spcPct val="100000"/>
              </a:lnSpc>
              <a:spcBef>
                <a:spcPts val="0"/>
              </a:spcBef>
              <a:spcAft>
                <a:spcPts val="0"/>
              </a:spcAft>
              <a:buFont typeface="Arial" charset="0"/>
              <a:buChar char="•"/>
            </a:pPr>
            <a:r>
              <a:rPr lang="en-US" altLang="zh-CN" sz="2400" b="0" i="0" u="none" strike="noStrike" kern="0" cap="none" spc="0" baseline="0">
                <a:solidFill>
                  <a:srgbClr val="000000"/>
                </a:solidFill>
                <a:latin typeface="Times New Roman" charset="0"/>
                <a:ea typeface="Arial" charset="0"/>
                <a:cs typeface="Times New Roman" charset="0"/>
                <a:sym typeface="Arial" charset="0"/>
              </a:rPr>
              <a:t>Irrelevant features are avoided because they may add unnecessary complexity to the model. </a:t>
            </a:r>
          </a:p>
          <a:p>
            <a:pPr marL="285750" indent="-285750" algn="l">
              <a:lnSpc>
                <a:spcPct val="100000"/>
              </a:lnSpc>
              <a:spcBef>
                <a:spcPts val="0"/>
              </a:spcBef>
              <a:spcAft>
                <a:spcPts val="0"/>
              </a:spcAft>
              <a:buFont typeface="Arial" charset="0"/>
              <a:buChar char="•"/>
            </a:pPr>
            <a:r>
              <a:rPr lang="en-US" altLang="zh-CN" sz="2400" b="0" i="0" u="none" strike="noStrike" kern="0" cap="none" spc="0" baseline="0">
                <a:solidFill>
                  <a:srgbClr val="000000"/>
                </a:solidFill>
                <a:latin typeface="Times New Roman" charset="0"/>
                <a:ea typeface="Arial" charset="0"/>
                <a:cs typeface="Times New Roman" charset="0"/>
                <a:sym typeface="Arial" charset="0"/>
              </a:rPr>
              <a:t>The selected features are used as inputs for the Random Forest model. </a:t>
            </a:r>
          </a:p>
          <a:p>
            <a:pPr marL="0" indent="0" algn="l">
              <a:lnSpc>
                <a:spcPct val="100000"/>
              </a:lnSpc>
              <a:spcBef>
                <a:spcPts val="0"/>
              </a:spcBef>
              <a:spcAft>
                <a:spcPts val="0"/>
              </a:spcAft>
              <a:buNone/>
            </a:pPr>
            <a:r>
              <a:rPr lang="en-US" altLang="zh-CN" sz="2400" b="1" i="0" u="none" strike="noStrike" kern="0" cap="none" spc="0" baseline="0">
                <a:solidFill>
                  <a:srgbClr val="000000"/>
                </a:solidFill>
                <a:latin typeface="Times New Roman" charset="0"/>
                <a:ea typeface="Arial" charset="0"/>
                <a:cs typeface="Times New Roman" charset="0"/>
                <a:sym typeface="Arial" charset="0"/>
              </a:rPr>
              <a:t>4. Train-Test Split</a:t>
            </a:r>
          </a:p>
          <a:p>
            <a:pPr marL="285750" indent="-285750" algn="l">
              <a:lnSpc>
                <a:spcPct val="100000"/>
              </a:lnSpc>
              <a:spcBef>
                <a:spcPts val="0"/>
              </a:spcBef>
              <a:spcAft>
                <a:spcPts val="0"/>
              </a:spcAft>
              <a:buFont typeface="Arial" charset="0"/>
              <a:buChar char="•"/>
            </a:pPr>
            <a:r>
              <a:rPr lang="en-US" altLang="zh-CN" sz="2400" b="0" i="0" u="none" strike="noStrike" kern="0" cap="none" spc="0" baseline="0">
                <a:solidFill>
                  <a:srgbClr val="000000"/>
                </a:solidFill>
                <a:latin typeface="Times New Roman" charset="0"/>
                <a:ea typeface="Arial" charset="0"/>
                <a:cs typeface="Times New Roman" charset="0"/>
                <a:sym typeface="Arial" charset="0"/>
              </a:rPr>
              <a:t>The prepared dataset is divided into training data and testing data. </a:t>
            </a:r>
          </a:p>
          <a:p>
            <a:pPr marL="285750" indent="-285750" algn="l">
              <a:lnSpc>
                <a:spcPct val="100000"/>
              </a:lnSpc>
              <a:spcBef>
                <a:spcPts val="0"/>
              </a:spcBef>
              <a:spcAft>
                <a:spcPts val="0"/>
              </a:spcAft>
              <a:buFont typeface="Arial" charset="0"/>
              <a:buChar char="•"/>
            </a:pPr>
            <a:r>
              <a:rPr lang="en-US" altLang="zh-CN" sz="2400" b="0" i="0" u="none" strike="noStrike" kern="0" cap="none" spc="0" baseline="0">
                <a:solidFill>
                  <a:srgbClr val="000000"/>
                </a:solidFill>
                <a:latin typeface="Times New Roman" charset="0"/>
                <a:ea typeface="Arial" charset="0"/>
                <a:cs typeface="Times New Roman" charset="0"/>
                <a:sym typeface="Arial" charset="0"/>
              </a:rPr>
              <a:t>The training data is used by Random Forest to learn patterns from previous parking records. </a:t>
            </a:r>
          </a:p>
          <a:p>
            <a:pPr marL="285750" indent="-285750" algn="l">
              <a:lnSpc>
                <a:spcPct val="100000"/>
              </a:lnSpc>
              <a:spcBef>
                <a:spcPts val="0"/>
              </a:spcBef>
              <a:spcAft>
                <a:spcPts val="0"/>
              </a:spcAft>
              <a:buFont typeface="Arial" charset="0"/>
              <a:buChar char="•"/>
            </a:pPr>
            <a:r>
              <a:rPr lang="en-US" altLang="zh-CN" sz="2400" b="0" i="0" u="none" strike="noStrike" kern="0" cap="none" spc="0" baseline="0">
                <a:solidFill>
                  <a:srgbClr val="000000"/>
                </a:solidFill>
                <a:latin typeface="Times New Roman" charset="0"/>
                <a:ea typeface="Arial" charset="0"/>
                <a:cs typeface="Times New Roman" charset="0"/>
                <a:sym typeface="Arial" charset="0"/>
              </a:rPr>
              <a:t>The testing data is kept separate to evaluate how well the trained model performs on unseen data. </a:t>
            </a:r>
          </a:p>
          <a:p>
            <a:pPr marL="285750" indent="-285750" algn="l">
              <a:lnSpc>
                <a:spcPct val="100000"/>
              </a:lnSpc>
              <a:spcBef>
                <a:spcPts val="0"/>
              </a:spcBef>
              <a:spcAft>
                <a:spcPts val="0"/>
              </a:spcAft>
              <a:buFont typeface="Arial" charset="0"/>
              <a:buChar char="•"/>
            </a:pPr>
            <a:r>
              <a:rPr lang="en-US" altLang="zh-CN" sz="2400" b="0" i="0" u="none" strike="noStrike" kern="0" cap="none" spc="0" baseline="0">
                <a:solidFill>
                  <a:srgbClr val="000000"/>
                </a:solidFill>
                <a:latin typeface="Times New Roman" charset="0"/>
                <a:ea typeface="Arial" charset="0"/>
                <a:cs typeface="Times New Roman" charset="0"/>
                <a:sym typeface="Arial" charset="0"/>
              </a:rPr>
              <a:t>This helps measure whether the model can generalize to new parking data.</a:t>
            </a:r>
          </a:p>
          <a:p>
            <a:pPr marL="0" indent="0" algn="l">
              <a:lnSpc>
                <a:spcPct val="100000"/>
              </a:lnSpc>
              <a:spcBef>
                <a:spcPts val="0"/>
              </a:spcBef>
              <a:spcAft>
                <a:spcPts val="0"/>
              </a:spcAft>
              <a:buNone/>
            </a:pPr>
            <a:endParaRPr lang="zh-CN" altLang="en-US" sz="2400" b="0" i="0" u="none" strike="noStrike" kern="0" cap="none" spc="0" baseline="0">
              <a:solidFill>
                <a:srgbClr val="000000"/>
              </a:solidFill>
              <a:latin typeface="Times New Roman" charset="0"/>
              <a:ea typeface="Arial" charset="0"/>
              <a:cs typeface="Times New Roman" charset="0"/>
              <a:sym typeface="Arial" charset="0"/>
            </a:endParaRPr>
          </a:p>
        </p:txBody>
      </p:sp>
    </p:spTree>
    <p:extLst>
      <p:ext uri="{BB962C8B-B14F-4D97-AF65-F5344CB8AC3E}">
        <p14:creationId xmlns:p14="http://schemas.microsoft.com/office/powerpoint/2010/main" val="146002868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4" name="矩形"/>
          <p:cNvSpPr>
            <a:spLocks/>
          </p:cNvSpPr>
          <p:nvPr/>
        </p:nvSpPr>
        <p:spPr>
          <a:xfrm>
            <a:off x="2584782" y="529709"/>
            <a:ext cx="7022432" cy="577175"/>
          </a:xfrm>
          <a:prstGeom prst="rect">
            <a:avLst/>
          </a:prstGeom>
          <a:noFill/>
          <a:ln w="12700" cap="flat" cmpd="sng">
            <a:noFill/>
            <a:prstDash val="solid"/>
            <a:round/>
          </a:ln>
        </p:spPr>
        <p:txBody>
          <a:bodyPr vert="horz" wrap="square" lIns="91425" tIns="45700" rIns="91425" bIns="45700" anchor="t" anchorCtr="0">
            <a:prstTxWarp prst="textNoShape">
              <a:avLst/>
            </a:prstTxWarp>
            <a:spAutoFit/>
          </a:bodyPr>
          <a:lstStyle/>
          <a:p>
            <a:pPr marL="0" indent="0" algn="l">
              <a:lnSpc>
                <a:spcPct val="100000"/>
              </a:lnSpc>
              <a:spcBef>
                <a:spcPts val="0"/>
              </a:spcBef>
              <a:spcAft>
                <a:spcPts val="0"/>
              </a:spcAft>
              <a:buNone/>
            </a:pPr>
            <a:r>
              <a:rPr lang="en-US" altLang="zh-CN" sz="3200" b="1" i="0" u="none" strike="noStrike" kern="0" cap="none" spc="0" baseline="0">
                <a:solidFill>
                  <a:srgbClr val="000000"/>
                </a:solidFill>
                <a:latin typeface="Times New Roman" charset="0"/>
                <a:ea typeface="Arial" charset="0"/>
                <a:cs typeface="Times New Roman" charset="0"/>
                <a:sym typeface="Arial" charset="0"/>
              </a:rPr>
              <a:t>RANDOM FOREST &amp; PREDICTION</a:t>
            </a:r>
            <a:endParaRPr lang="zh-CN" altLang="en-US" sz="3200" b="1" i="0" u="none" strike="noStrike" kern="0" cap="none" spc="0" baseline="0">
              <a:solidFill>
                <a:srgbClr val="000000"/>
              </a:solidFill>
              <a:latin typeface="Times New Roman" charset="0"/>
              <a:ea typeface="Arial" charset="0"/>
              <a:cs typeface="Times New Roman" charset="0"/>
              <a:sym typeface="Arial" charset="0"/>
            </a:endParaRPr>
          </a:p>
        </p:txBody>
      </p:sp>
      <p:sp>
        <p:nvSpPr>
          <p:cNvPr id="105" name="矩形"/>
          <p:cNvSpPr>
            <a:spLocks/>
          </p:cNvSpPr>
          <p:nvPr/>
        </p:nvSpPr>
        <p:spPr>
          <a:xfrm>
            <a:off x="112293" y="1411705"/>
            <a:ext cx="11967410" cy="5730240"/>
          </a:xfrm>
          <a:prstGeom prst="rect">
            <a:avLst/>
          </a:prstGeom>
          <a:noFill/>
          <a:ln w="12700" cap="flat" cmpd="sng">
            <a:noFill/>
            <a:prstDash val="solid"/>
            <a:miter/>
          </a:ln>
        </p:spPr>
        <p:txBody>
          <a:bodyPr vert="horz" wrap="square" lIns="91440" tIns="45720" rIns="91440" bIns="45720" anchor="t" anchorCtr="0">
            <a:prstTxWarp prst="textNoShape">
              <a:avLst/>
            </a:prstTxWarp>
            <a:spAutoFit/>
          </a:bodyPr>
          <a:lstStyle/>
          <a:p>
            <a:pPr marL="0" indent="0" algn="l">
              <a:lnSpc>
                <a:spcPct val="100000"/>
              </a:lnSpc>
              <a:spcBef>
                <a:spcPts val="0"/>
              </a:spcBef>
              <a:spcAft>
                <a:spcPts val="0"/>
              </a:spcAft>
              <a:buNone/>
            </a:pPr>
            <a:r>
              <a:rPr lang="en-US" altLang="zh-CN" sz="2400" b="1" i="0" u="none" strike="noStrike" kern="0" cap="none" spc="0" baseline="0">
                <a:solidFill>
                  <a:srgbClr val="000000"/>
                </a:solidFill>
                <a:latin typeface="Times New Roman" charset="0"/>
                <a:ea typeface="Arial" charset="0"/>
                <a:cs typeface="Times New Roman" charset="0"/>
                <a:sym typeface="Arial" charset="0"/>
              </a:rPr>
              <a:t>5. Random Forest Training</a:t>
            </a:r>
          </a:p>
          <a:p>
            <a:pPr marL="342900" indent="-342900" algn="l">
              <a:lnSpc>
                <a:spcPct val="100000"/>
              </a:lnSpc>
              <a:spcBef>
                <a:spcPts val="0"/>
              </a:spcBef>
              <a:spcAft>
                <a:spcPts val="0"/>
              </a:spcAft>
              <a:buFont typeface="Arial" charset="0"/>
              <a:buChar char="•"/>
            </a:pPr>
            <a:r>
              <a:rPr lang="en-US" altLang="zh-CN" sz="2400" b="0" i="0" u="none" strike="noStrike" kern="0" cap="none" spc="0" baseline="0">
                <a:solidFill>
                  <a:srgbClr val="000000"/>
                </a:solidFill>
                <a:latin typeface="Times New Roman" charset="0"/>
                <a:ea typeface="Arial" charset="0"/>
                <a:cs typeface="Times New Roman" charset="0"/>
                <a:sym typeface="Arial" charset="0"/>
              </a:rPr>
              <a:t>Random Forest is an ensemble machine-learning classification algorithm. </a:t>
            </a:r>
          </a:p>
          <a:p>
            <a:pPr marL="342900" indent="-342900" algn="l">
              <a:lnSpc>
                <a:spcPct val="100000"/>
              </a:lnSpc>
              <a:spcBef>
                <a:spcPts val="0"/>
              </a:spcBef>
              <a:spcAft>
                <a:spcPts val="0"/>
              </a:spcAft>
              <a:buFont typeface="Arial" charset="0"/>
              <a:buChar char="•"/>
            </a:pPr>
            <a:r>
              <a:rPr lang="en-US" altLang="zh-CN" sz="2400" b="0" i="0" u="none" strike="noStrike" kern="0" cap="none" spc="0" baseline="0">
                <a:solidFill>
                  <a:srgbClr val="000000"/>
                </a:solidFill>
                <a:latin typeface="Times New Roman" charset="0"/>
                <a:ea typeface="Arial" charset="0"/>
                <a:cs typeface="Times New Roman" charset="0"/>
                <a:sym typeface="Arial" charset="0"/>
              </a:rPr>
              <a:t>It creates multiple Decision Trees using different portions of the training data and features. </a:t>
            </a:r>
          </a:p>
          <a:p>
            <a:pPr marL="342900" indent="-342900" algn="l">
              <a:lnSpc>
                <a:spcPct val="100000"/>
              </a:lnSpc>
              <a:spcBef>
                <a:spcPts val="0"/>
              </a:spcBef>
              <a:spcAft>
                <a:spcPts val="0"/>
              </a:spcAft>
              <a:buFont typeface="Arial" charset="0"/>
              <a:buChar char="•"/>
            </a:pPr>
            <a:r>
              <a:rPr lang="en-US" altLang="zh-CN" sz="2400" b="0" i="0" u="none" strike="noStrike" kern="0" cap="none" spc="0" baseline="0">
                <a:solidFill>
                  <a:srgbClr val="000000"/>
                </a:solidFill>
                <a:latin typeface="Times New Roman" charset="0"/>
                <a:ea typeface="Arial" charset="0"/>
                <a:cs typeface="Times New Roman" charset="0"/>
                <a:sym typeface="Arial" charset="0"/>
              </a:rPr>
              <a:t>Each tree makes a prediction, and the final class is determined through majority voting. </a:t>
            </a:r>
          </a:p>
          <a:p>
            <a:pPr marL="342900" indent="-342900" algn="l">
              <a:lnSpc>
                <a:spcPct val="100000"/>
              </a:lnSpc>
              <a:spcBef>
                <a:spcPts val="0"/>
              </a:spcBef>
              <a:spcAft>
                <a:spcPts val="0"/>
              </a:spcAft>
              <a:buFont typeface="Arial" charset="0"/>
              <a:buChar char="•"/>
            </a:pPr>
            <a:r>
              <a:rPr lang="en-US" altLang="zh-CN" sz="2400" b="0" i="0" u="none" strike="noStrike" kern="0" cap="none" spc="0" baseline="0">
                <a:solidFill>
                  <a:srgbClr val="000000"/>
                </a:solidFill>
                <a:latin typeface="Times New Roman" charset="0"/>
                <a:ea typeface="Arial" charset="0"/>
                <a:cs typeface="Times New Roman" charset="0"/>
                <a:sym typeface="Arial" charset="0"/>
              </a:rPr>
              <a:t>The model learns the relationship between parking features and the target classes: AVAILABLE / OCCUPIED. </a:t>
            </a:r>
          </a:p>
          <a:p>
            <a:pPr marL="342900" indent="-342900" algn="l">
              <a:lnSpc>
                <a:spcPct val="100000"/>
              </a:lnSpc>
              <a:spcBef>
                <a:spcPts val="0"/>
              </a:spcBef>
              <a:spcAft>
                <a:spcPts val="0"/>
              </a:spcAft>
              <a:buFont typeface="Arial" charset="0"/>
              <a:buChar char="•"/>
            </a:pPr>
            <a:r>
              <a:rPr lang="en-US" altLang="zh-CN" sz="2400" b="0" i="0" u="none" strike="noStrike" kern="0" cap="none" spc="0" baseline="0">
                <a:solidFill>
                  <a:srgbClr val="000000"/>
                </a:solidFill>
                <a:latin typeface="Times New Roman" charset="0"/>
                <a:ea typeface="Arial" charset="0"/>
                <a:cs typeface="Times New Roman" charset="0"/>
                <a:sym typeface="Arial" charset="0"/>
              </a:rPr>
              <a:t>Using multiple trees makes the prediction more robust than relying on a single Decision Tree. </a:t>
            </a:r>
          </a:p>
          <a:p>
            <a:pPr marL="0" indent="0" algn="l">
              <a:lnSpc>
                <a:spcPct val="100000"/>
              </a:lnSpc>
              <a:spcBef>
                <a:spcPts val="0"/>
              </a:spcBef>
              <a:spcAft>
                <a:spcPts val="0"/>
              </a:spcAft>
              <a:buNone/>
            </a:pPr>
            <a:r>
              <a:rPr lang="en-US" altLang="zh-CN" sz="2400" b="1" i="0" u="none" strike="noStrike" kern="0" cap="none" spc="0" baseline="0">
                <a:solidFill>
                  <a:srgbClr val="000000"/>
                </a:solidFill>
                <a:latin typeface="Times New Roman" charset="0"/>
                <a:ea typeface="Arial" charset="0"/>
                <a:cs typeface="Times New Roman" charset="0"/>
                <a:sym typeface="Arial" charset="0"/>
              </a:rPr>
              <a:t>6. Prediction &amp; Display</a:t>
            </a:r>
          </a:p>
          <a:p>
            <a:pPr marL="342900" indent="-342900" algn="l">
              <a:lnSpc>
                <a:spcPct val="100000"/>
              </a:lnSpc>
              <a:spcBef>
                <a:spcPts val="0"/>
              </a:spcBef>
              <a:spcAft>
                <a:spcPts val="0"/>
              </a:spcAft>
              <a:buFont typeface="Arial" charset="0"/>
              <a:buChar char="•"/>
            </a:pPr>
            <a:r>
              <a:rPr lang="en-US" altLang="zh-CN" sz="2400" b="0" i="0" u="none" strike="noStrike" kern="0" cap="none" spc="0" baseline="0">
                <a:solidFill>
                  <a:srgbClr val="000000"/>
                </a:solidFill>
                <a:latin typeface="Times New Roman" charset="0"/>
                <a:ea typeface="Arial" charset="0"/>
                <a:cs typeface="Times New Roman" charset="0"/>
                <a:sym typeface="Arial" charset="0"/>
              </a:rPr>
              <a:t>The trained Random Forest model receives new parking-related input data. </a:t>
            </a:r>
          </a:p>
          <a:p>
            <a:pPr marL="342900" indent="-342900" algn="l">
              <a:lnSpc>
                <a:spcPct val="100000"/>
              </a:lnSpc>
              <a:spcBef>
                <a:spcPts val="0"/>
              </a:spcBef>
              <a:spcAft>
                <a:spcPts val="0"/>
              </a:spcAft>
              <a:buFont typeface="Arial" charset="0"/>
              <a:buChar char="•"/>
            </a:pPr>
            <a:r>
              <a:rPr lang="en-US" altLang="zh-CN" sz="2400" b="0" i="0" u="none" strike="noStrike" kern="0" cap="none" spc="0" baseline="0">
                <a:solidFill>
                  <a:srgbClr val="000000"/>
                </a:solidFill>
                <a:latin typeface="Times New Roman" charset="0"/>
                <a:ea typeface="Arial" charset="0"/>
                <a:cs typeface="Times New Roman" charset="0"/>
                <a:sym typeface="Arial" charset="0"/>
              </a:rPr>
              <a:t>It predicts whether the parking slot is AVAILABLE or OCCUPIED. </a:t>
            </a:r>
          </a:p>
          <a:p>
            <a:pPr marL="342900" indent="-342900" algn="l">
              <a:lnSpc>
                <a:spcPct val="100000"/>
              </a:lnSpc>
              <a:spcBef>
                <a:spcPts val="0"/>
              </a:spcBef>
              <a:spcAft>
                <a:spcPts val="0"/>
              </a:spcAft>
              <a:buFont typeface="Arial" charset="0"/>
              <a:buChar char="•"/>
            </a:pPr>
            <a:r>
              <a:rPr lang="en-US" altLang="zh-CN" sz="2400" b="0" i="0" u="none" strike="noStrike" kern="0" cap="none" spc="0" baseline="0">
                <a:solidFill>
                  <a:srgbClr val="000000"/>
                </a:solidFill>
                <a:latin typeface="Times New Roman" charset="0"/>
                <a:ea typeface="Arial" charset="0"/>
                <a:cs typeface="Times New Roman" charset="0"/>
                <a:sym typeface="Arial" charset="0"/>
              </a:rPr>
              <a:t>The prediction results can be displayed through a parking dashboard. </a:t>
            </a:r>
          </a:p>
          <a:p>
            <a:pPr marL="342900" indent="-342900" algn="l">
              <a:lnSpc>
                <a:spcPct val="100000"/>
              </a:lnSpc>
              <a:spcBef>
                <a:spcPts val="0"/>
              </a:spcBef>
              <a:spcAft>
                <a:spcPts val="0"/>
              </a:spcAft>
              <a:buFont typeface="Arial" charset="0"/>
              <a:buChar char="•"/>
            </a:pPr>
            <a:r>
              <a:rPr lang="en-US" altLang="zh-CN" sz="2400" b="0" i="0" u="none" strike="noStrike" kern="0" cap="none" spc="0" baseline="0">
                <a:solidFill>
                  <a:srgbClr val="000000"/>
                </a:solidFill>
                <a:latin typeface="Times New Roman" charset="0"/>
                <a:ea typeface="Arial" charset="0"/>
                <a:cs typeface="Times New Roman" charset="0"/>
                <a:sym typeface="Arial" charset="0"/>
              </a:rPr>
              <a:t>Users can quickly identify available spaces and reduce parking search time and unnecessary vehicle movement.</a:t>
            </a:r>
          </a:p>
          <a:p>
            <a:pPr marL="0" indent="0" algn="l">
              <a:lnSpc>
                <a:spcPct val="100000"/>
              </a:lnSpc>
              <a:spcBef>
                <a:spcPts val="0"/>
              </a:spcBef>
              <a:spcAft>
                <a:spcPts val="0"/>
              </a:spcAft>
              <a:buNone/>
            </a:pPr>
            <a:endParaRPr lang="zh-CN" altLang="en-US" sz="1400" b="0" i="0" u="none" strike="noStrike" kern="0" cap="none" spc="0" baseline="0">
              <a:solidFill>
                <a:srgbClr val="000000"/>
              </a:solidFill>
              <a:latin typeface="Arial" charset="0"/>
              <a:ea typeface="Arial" charset="0"/>
              <a:cs typeface="Arial" charset="0"/>
              <a:sym typeface="Arial" charset="0"/>
            </a:endParaRPr>
          </a:p>
        </p:txBody>
      </p:sp>
    </p:spTree>
    <p:extLst>
      <p:ext uri="{BB962C8B-B14F-4D97-AF65-F5344CB8AC3E}">
        <p14:creationId xmlns:p14="http://schemas.microsoft.com/office/powerpoint/2010/main" val="137756413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8" name="矩形"/>
          <p:cNvSpPr>
            <a:spLocks/>
          </p:cNvSpPr>
          <p:nvPr/>
        </p:nvSpPr>
        <p:spPr>
          <a:xfrm>
            <a:off x="502919" y="320040"/>
            <a:ext cx="8500000" cy="502919"/>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ctr">
              <a:lnSpc>
                <a:spcPct val="100000"/>
              </a:lnSpc>
              <a:spcBef>
                <a:spcPts val="0"/>
              </a:spcBef>
              <a:spcAft>
                <a:spcPts val="0"/>
              </a:spcAft>
              <a:buNone/>
            </a:pPr>
            <a:r>
              <a:rPr lang="en-US" altLang="zh-CN" sz="2400" b="1" i="0" u="none" strike="noStrike" kern="0" cap="none" spc="0" baseline="0">
                <a:solidFill>
                  <a:srgbClr val="191919"/>
                </a:solidFill>
                <a:latin typeface="Arial" charset="0"/>
                <a:ea typeface="Arial" charset="0"/>
                <a:cs typeface="Arial" charset="0"/>
                <a:sym typeface="Arial" charset="0"/>
              </a:rPr>
              <a:t>CODE IMPLEMENTATION </a:t>
            </a:r>
            <a:endParaRPr lang="zh-CN" altLang="en-US" sz="2400" b="1" i="0" u="none" strike="noStrike" kern="0" cap="none" spc="0" baseline="0">
              <a:solidFill>
                <a:srgbClr val="191919"/>
              </a:solidFill>
              <a:latin typeface="Arial" charset="0"/>
              <a:ea typeface="Arial" charset="0"/>
              <a:cs typeface="Arial" charset="0"/>
              <a:sym typeface="Arial" charset="0"/>
            </a:endParaRPr>
          </a:p>
        </p:txBody>
      </p:sp>
      <p:sp>
        <p:nvSpPr>
          <p:cNvPr id="109" name="矩形"/>
          <p:cNvSpPr>
            <a:spLocks/>
          </p:cNvSpPr>
          <p:nvPr/>
        </p:nvSpPr>
        <p:spPr>
          <a:xfrm>
            <a:off x="10881359" y="228600"/>
            <a:ext cx="457200" cy="365760"/>
          </a:xfrm>
          <a:prstGeom prst="rect">
            <a:avLst/>
          </a:prstGeom>
          <a:noFill/>
          <a:ln w="12700" cap="flat" cmpd="sng">
            <a:noFill/>
            <a:prstDash val="solid"/>
            <a:miter/>
          </a:ln>
        </p:spPr>
        <p:txBody>
          <a:bodyPr vert="horz" wrap="square" lIns="0" tIns="0" rIns="0" bIns="0" anchor="t" anchorCtr="0">
            <a:prstTxWarp prst="textNoShape">
              <a:avLst/>
            </a:prstTxWarp>
          </a:bodyPr>
          <a:lstStyle/>
          <a:p>
            <a:pPr marL="0" indent="0" algn="r">
              <a:lnSpc>
                <a:spcPct val="100000"/>
              </a:lnSpc>
              <a:spcBef>
                <a:spcPts val="0"/>
              </a:spcBef>
              <a:spcAft>
                <a:spcPts val="0"/>
              </a:spcAft>
              <a:buNone/>
            </a:pPr>
            <a:r>
              <a:rPr lang="en-US" altLang="zh-CN" sz="1400" b="0" i="0" u="none" strike="noStrike" kern="0" cap="none" spc="0" baseline="0">
                <a:solidFill>
                  <a:srgbClr val="5A5A5A"/>
                </a:solidFill>
                <a:latin typeface="Arial" charset="0"/>
                <a:ea typeface="Arial" charset="0"/>
                <a:cs typeface="Arial" charset="0"/>
                <a:sym typeface="Arial" charset="0"/>
              </a:rPr>
              <a:t>18</a:t>
            </a:r>
            <a:endParaRPr lang="zh-CN" altLang="en-US" sz="1400" b="0" i="0" u="none" strike="noStrike" kern="0" cap="none" spc="0" baseline="0">
              <a:solidFill>
                <a:srgbClr val="5A5A5A"/>
              </a:solidFill>
              <a:latin typeface="Arial" charset="0"/>
              <a:ea typeface="Arial" charset="0"/>
              <a:cs typeface="Arial" charset="0"/>
              <a:sym typeface="Arial" charset="0"/>
            </a:endParaRPr>
          </a:p>
        </p:txBody>
      </p:sp>
      <p:sp>
        <p:nvSpPr>
          <p:cNvPr id="110" name="矩形"/>
          <p:cNvSpPr>
            <a:spLocks/>
          </p:cNvSpPr>
          <p:nvPr/>
        </p:nvSpPr>
        <p:spPr>
          <a:xfrm>
            <a:off x="502919" y="960120"/>
            <a:ext cx="5326380" cy="5532120"/>
          </a:xfrm>
          <a:prstGeom prst="rect">
            <a:avLst/>
          </a:prstGeom>
          <a:solidFill>
            <a:srgbClr val="F8F8F8"/>
          </a:solidFill>
          <a:ln w="12700" cap="flat" cmpd="sng">
            <a:solidFill>
              <a:srgbClr val="CDCDCD"/>
            </a:solidFill>
            <a:prstDash val="solid"/>
            <a:round/>
          </a:ln>
        </p:spPr>
        <p:txBody>
          <a:bodyPr vert="horz" wrap="square" lIns="164592" tIns="109728" rIns="164592" bIns="109728" anchor="t" anchorCtr="0">
            <a:prstTxWarp prst="textNoShape">
              <a:avLst/>
            </a:prstTxWarp>
          </a:bodyPr>
          <a:lstStyle/>
          <a:p>
            <a:pPr marL="0" indent="0" algn="l">
              <a:lnSpc>
                <a:spcPct val="100000"/>
              </a:lnSpc>
              <a:spcBef>
                <a:spcPts val="0"/>
              </a:spcBef>
              <a:spcAft>
                <a:spcPts val="0"/>
              </a:spcAft>
              <a:buNone/>
            </a:pPr>
            <a:r>
              <a:rPr lang="en-US" altLang="zh-CN" sz="1100" b="0" i="0" u="none" strike="noStrike" kern="0" cap="none" spc="0" baseline="0">
                <a:solidFill>
                  <a:srgbClr val="191919"/>
                </a:solidFill>
                <a:latin typeface="Consolas" charset="0"/>
                <a:ea typeface="Arial" charset="0"/>
                <a:cs typeface="Consolas" charset="0"/>
                <a:sym typeface="Arial" charset="0"/>
              </a:rPr>
              <a:t>import pandas as pd</a:t>
            </a:r>
          </a:p>
          <a:p>
            <a:pPr marL="0" indent="0" algn="l">
              <a:lnSpc>
                <a:spcPct val="100000"/>
              </a:lnSpc>
              <a:spcBef>
                <a:spcPts val="0"/>
              </a:spcBef>
              <a:spcAft>
                <a:spcPts val="0"/>
              </a:spcAft>
              <a:buNone/>
            </a:pPr>
            <a:endParaRPr lang="en-US" altLang="zh-CN" sz="1100" b="0" i="0" u="none" strike="noStrike" kern="0" cap="none" spc="0" baseline="0">
              <a:solidFill>
                <a:srgbClr val="000000"/>
              </a:solidFill>
              <a:latin typeface="Consolas" charset="0"/>
              <a:ea typeface="Arial" charset="0"/>
              <a:cs typeface="Arial" charset="0"/>
              <a:sym typeface="Arial" charset="0"/>
            </a:endParaRPr>
          </a:p>
          <a:p>
            <a:pPr marL="0" indent="0" algn="l">
              <a:lnSpc>
                <a:spcPct val="100000"/>
              </a:lnSpc>
              <a:spcBef>
                <a:spcPts val="0"/>
              </a:spcBef>
              <a:spcAft>
                <a:spcPts val="0"/>
              </a:spcAft>
              <a:buNone/>
            </a:pPr>
            <a:r>
              <a:rPr lang="en-US" altLang="zh-CN" sz="1100" b="0" i="0" u="none" strike="noStrike" kern="0" cap="none" spc="0" baseline="0">
                <a:solidFill>
                  <a:srgbClr val="191919"/>
                </a:solidFill>
                <a:latin typeface="Consolas" charset="0"/>
                <a:ea typeface="Arial" charset="0"/>
                <a:cs typeface="Consolas" charset="0"/>
                <a:sym typeface="Arial" charset="0"/>
              </a:rPr>
              <a:t>from sklearn.model_selection import train_test_split</a:t>
            </a:r>
          </a:p>
          <a:p>
            <a:pPr marL="0" indent="0" algn="l">
              <a:lnSpc>
                <a:spcPct val="100000"/>
              </a:lnSpc>
              <a:spcBef>
                <a:spcPts val="0"/>
              </a:spcBef>
              <a:spcAft>
                <a:spcPts val="0"/>
              </a:spcAft>
              <a:buNone/>
            </a:pPr>
            <a:r>
              <a:rPr lang="en-US" altLang="zh-CN" sz="1100" b="0" i="0" u="none" strike="noStrike" kern="0" cap="none" spc="0" baseline="0">
                <a:solidFill>
                  <a:srgbClr val="191919"/>
                </a:solidFill>
                <a:latin typeface="Consolas" charset="0"/>
                <a:ea typeface="Arial" charset="0"/>
                <a:cs typeface="Consolas" charset="0"/>
                <a:sym typeface="Arial" charset="0"/>
              </a:rPr>
              <a:t>from sklearn.ensemble import RandomForestClassifier</a:t>
            </a:r>
          </a:p>
          <a:p>
            <a:pPr marL="0" indent="0" algn="l">
              <a:lnSpc>
                <a:spcPct val="100000"/>
              </a:lnSpc>
              <a:spcBef>
                <a:spcPts val="0"/>
              </a:spcBef>
              <a:spcAft>
                <a:spcPts val="0"/>
              </a:spcAft>
              <a:buNone/>
            </a:pPr>
            <a:r>
              <a:rPr lang="en-US" altLang="zh-CN" sz="1100" b="0" i="0" u="none" strike="noStrike" kern="0" cap="none" spc="0" baseline="0">
                <a:solidFill>
                  <a:srgbClr val="191919"/>
                </a:solidFill>
                <a:latin typeface="Consolas" charset="0"/>
                <a:ea typeface="Arial" charset="0"/>
                <a:cs typeface="Consolas" charset="0"/>
                <a:sym typeface="Arial" charset="0"/>
              </a:rPr>
              <a:t>from sklearn.metrics import (</a:t>
            </a:r>
          </a:p>
          <a:p>
            <a:pPr marL="0" indent="0" algn="l">
              <a:lnSpc>
                <a:spcPct val="100000"/>
              </a:lnSpc>
              <a:spcBef>
                <a:spcPts val="0"/>
              </a:spcBef>
              <a:spcAft>
                <a:spcPts val="0"/>
              </a:spcAft>
              <a:buNone/>
            </a:pPr>
            <a:r>
              <a:rPr lang="en-US" altLang="zh-CN" sz="1100" b="0" i="0" u="none" strike="noStrike" kern="0" cap="none" spc="0" baseline="0">
                <a:solidFill>
                  <a:srgbClr val="191919"/>
                </a:solidFill>
                <a:latin typeface="Consolas" charset="0"/>
                <a:ea typeface="Arial" charset="0"/>
                <a:cs typeface="Consolas" charset="0"/>
                <a:sym typeface="Arial" charset="0"/>
              </a:rPr>
              <a:t>    accuracy_score,</a:t>
            </a:r>
          </a:p>
          <a:p>
            <a:pPr marL="0" indent="0" algn="l">
              <a:lnSpc>
                <a:spcPct val="100000"/>
              </a:lnSpc>
              <a:spcBef>
                <a:spcPts val="0"/>
              </a:spcBef>
              <a:spcAft>
                <a:spcPts val="0"/>
              </a:spcAft>
              <a:buNone/>
            </a:pPr>
            <a:r>
              <a:rPr lang="en-US" altLang="zh-CN" sz="1100" b="0" i="0" u="none" strike="noStrike" kern="0" cap="none" spc="0" baseline="0">
                <a:solidFill>
                  <a:srgbClr val="191919"/>
                </a:solidFill>
                <a:latin typeface="Consolas" charset="0"/>
                <a:ea typeface="Arial" charset="0"/>
                <a:cs typeface="Consolas" charset="0"/>
                <a:sym typeface="Arial" charset="0"/>
              </a:rPr>
              <a:t>    classification_report,</a:t>
            </a:r>
          </a:p>
          <a:p>
            <a:pPr marL="0" indent="0" algn="l">
              <a:lnSpc>
                <a:spcPct val="100000"/>
              </a:lnSpc>
              <a:spcBef>
                <a:spcPts val="0"/>
              </a:spcBef>
              <a:spcAft>
                <a:spcPts val="0"/>
              </a:spcAft>
              <a:buNone/>
            </a:pPr>
            <a:r>
              <a:rPr lang="en-US" altLang="zh-CN" sz="1100" b="0" i="0" u="none" strike="noStrike" kern="0" cap="none" spc="0" baseline="0">
                <a:solidFill>
                  <a:srgbClr val="191919"/>
                </a:solidFill>
                <a:latin typeface="Consolas" charset="0"/>
                <a:ea typeface="Arial" charset="0"/>
                <a:cs typeface="Consolas" charset="0"/>
                <a:sym typeface="Arial" charset="0"/>
              </a:rPr>
              <a:t>    confusion_matrix</a:t>
            </a:r>
          </a:p>
          <a:p>
            <a:pPr marL="0" indent="0" algn="l">
              <a:lnSpc>
                <a:spcPct val="100000"/>
              </a:lnSpc>
              <a:spcBef>
                <a:spcPts val="0"/>
              </a:spcBef>
              <a:spcAft>
                <a:spcPts val="0"/>
              </a:spcAft>
              <a:buNone/>
            </a:pPr>
            <a:r>
              <a:rPr lang="en-US" altLang="zh-CN" sz="1100" b="0" i="0" u="none" strike="noStrike" kern="0" cap="none" spc="0" baseline="0">
                <a:solidFill>
                  <a:srgbClr val="191919"/>
                </a:solidFill>
                <a:latin typeface="Consolas" charset="0"/>
                <a:ea typeface="Arial" charset="0"/>
                <a:cs typeface="Consolas" charset="0"/>
                <a:sym typeface="Arial" charset="0"/>
              </a:rPr>
              <a:t>)</a:t>
            </a:r>
          </a:p>
          <a:p>
            <a:pPr marL="0" indent="0" algn="l">
              <a:lnSpc>
                <a:spcPct val="100000"/>
              </a:lnSpc>
              <a:spcBef>
                <a:spcPts val="0"/>
              </a:spcBef>
              <a:spcAft>
                <a:spcPts val="0"/>
              </a:spcAft>
              <a:buNone/>
            </a:pPr>
            <a:endParaRPr lang="en-US" altLang="zh-CN" sz="1100" b="0" i="0" u="none" strike="noStrike" kern="0" cap="none" spc="0" baseline="0">
              <a:solidFill>
                <a:srgbClr val="000000"/>
              </a:solidFill>
              <a:latin typeface="Consolas" charset="0"/>
              <a:ea typeface="Arial" charset="0"/>
              <a:cs typeface="Arial" charset="0"/>
              <a:sym typeface="Arial" charset="0"/>
            </a:endParaRPr>
          </a:p>
          <a:p>
            <a:pPr marL="0" indent="0" algn="l">
              <a:lnSpc>
                <a:spcPct val="100000"/>
              </a:lnSpc>
              <a:spcBef>
                <a:spcPts val="0"/>
              </a:spcBef>
              <a:spcAft>
                <a:spcPts val="0"/>
              </a:spcAft>
              <a:buNone/>
            </a:pPr>
            <a:r>
              <a:rPr lang="en-US" altLang="zh-CN" sz="1100" b="0" i="0" u="none" strike="noStrike" kern="0" cap="none" spc="0" baseline="0">
                <a:solidFill>
                  <a:srgbClr val="6A737D"/>
                </a:solidFill>
                <a:latin typeface="Consolas" charset="0"/>
                <a:ea typeface="Arial" charset="0"/>
                <a:cs typeface="Consolas" charset="0"/>
                <a:sym typeface="Arial" charset="0"/>
              </a:rPr>
              <a:t># Load dataset</a:t>
            </a:r>
          </a:p>
          <a:p>
            <a:pPr marL="0" indent="0" algn="l">
              <a:lnSpc>
                <a:spcPct val="100000"/>
              </a:lnSpc>
              <a:spcBef>
                <a:spcPts val="0"/>
              </a:spcBef>
              <a:spcAft>
                <a:spcPts val="0"/>
              </a:spcAft>
              <a:buNone/>
            </a:pPr>
            <a:r>
              <a:rPr lang="en-US" altLang="zh-CN" sz="1100" b="0" i="0" u="none" strike="noStrike" kern="0" cap="none" spc="0" baseline="0">
                <a:solidFill>
                  <a:srgbClr val="191919"/>
                </a:solidFill>
                <a:latin typeface="Consolas" charset="0"/>
                <a:ea typeface="Arial" charset="0"/>
                <a:cs typeface="Consolas" charset="0"/>
                <a:sym typeface="Arial" charset="0"/>
              </a:rPr>
              <a:t>data = pd.read_csv("parking_data.csv")</a:t>
            </a:r>
          </a:p>
          <a:p>
            <a:pPr marL="0" indent="0" algn="l">
              <a:lnSpc>
                <a:spcPct val="100000"/>
              </a:lnSpc>
              <a:spcBef>
                <a:spcPts val="0"/>
              </a:spcBef>
              <a:spcAft>
                <a:spcPts val="0"/>
              </a:spcAft>
              <a:buNone/>
            </a:pPr>
            <a:endParaRPr lang="en-US" altLang="zh-CN" sz="1100" b="0" i="0" u="none" strike="noStrike" kern="0" cap="none" spc="0" baseline="0">
              <a:solidFill>
                <a:srgbClr val="000000"/>
              </a:solidFill>
              <a:latin typeface="Consolas" charset="0"/>
              <a:ea typeface="Arial" charset="0"/>
              <a:cs typeface="Arial" charset="0"/>
              <a:sym typeface="Arial" charset="0"/>
            </a:endParaRPr>
          </a:p>
          <a:p>
            <a:pPr marL="0" indent="0" algn="l">
              <a:lnSpc>
                <a:spcPct val="100000"/>
              </a:lnSpc>
              <a:spcBef>
                <a:spcPts val="0"/>
              </a:spcBef>
              <a:spcAft>
                <a:spcPts val="0"/>
              </a:spcAft>
              <a:buNone/>
            </a:pPr>
            <a:r>
              <a:rPr lang="en-US" altLang="zh-CN" sz="1100" b="0" i="0" u="none" strike="noStrike" kern="0" cap="none" spc="0" baseline="0">
                <a:solidFill>
                  <a:srgbClr val="6A737D"/>
                </a:solidFill>
                <a:latin typeface="Consolas" charset="0"/>
                <a:ea typeface="Arial" charset="0"/>
                <a:cs typeface="Consolas" charset="0"/>
                <a:sym typeface="Arial" charset="0"/>
              </a:rPr>
              <a:t># Remove duplicate records</a:t>
            </a:r>
          </a:p>
          <a:p>
            <a:pPr marL="0" indent="0" algn="l">
              <a:lnSpc>
                <a:spcPct val="100000"/>
              </a:lnSpc>
              <a:spcBef>
                <a:spcPts val="0"/>
              </a:spcBef>
              <a:spcAft>
                <a:spcPts val="0"/>
              </a:spcAft>
              <a:buNone/>
            </a:pPr>
            <a:r>
              <a:rPr lang="en-US" altLang="zh-CN" sz="1100" b="0" i="0" u="none" strike="noStrike" kern="0" cap="none" spc="0" baseline="0">
                <a:solidFill>
                  <a:srgbClr val="191919"/>
                </a:solidFill>
                <a:latin typeface="Consolas" charset="0"/>
                <a:ea typeface="Arial" charset="0"/>
                <a:cs typeface="Consolas" charset="0"/>
                <a:sym typeface="Arial" charset="0"/>
              </a:rPr>
              <a:t>data.drop_duplicates(inplace=True)</a:t>
            </a:r>
          </a:p>
          <a:p>
            <a:pPr marL="0" indent="0" algn="l">
              <a:lnSpc>
                <a:spcPct val="100000"/>
              </a:lnSpc>
              <a:spcBef>
                <a:spcPts val="0"/>
              </a:spcBef>
              <a:spcAft>
                <a:spcPts val="0"/>
              </a:spcAft>
              <a:buNone/>
            </a:pPr>
            <a:endParaRPr lang="en-US" altLang="zh-CN" sz="1100" b="0" i="0" u="none" strike="noStrike" kern="0" cap="none" spc="0" baseline="0">
              <a:solidFill>
                <a:srgbClr val="000000"/>
              </a:solidFill>
              <a:latin typeface="Consolas" charset="0"/>
              <a:ea typeface="Arial" charset="0"/>
              <a:cs typeface="Arial" charset="0"/>
              <a:sym typeface="Arial" charset="0"/>
            </a:endParaRPr>
          </a:p>
          <a:p>
            <a:pPr marL="0" indent="0" algn="l">
              <a:lnSpc>
                <a:spcPct val="100000"/>
              </a:lnSpc>
              <a:spcBef>
                <a:spcPts val="0"/>
              </a:spcBef>
              <a:spcAft>
                <a:spcPts val="0"/>
              </a:spcAft>
              <a:buNone/>
            </a:pPr>
            <a:r>
              <a:rPr lang="en-US" altLang="zh-CN" sz="1100" b="0" i="0" u="none" strike="noStrike" kern="0" cap="none" spc="0" baseline="0">
                <a:solidFill>
                  <a:srgbClr val="191919"/>
                </a:solidFill>
                <a:latin typeface="Consolas" charset="0"/>
                <a:ea typeface="Arial" charset="0"/>
                <a:cs typeface="Consolas" charset="0"/>
                <a:sym typeface="Arial" charset="0"/>
              </a:rPr>
              <a:t>day_map = {</a:t>
            </a:r>
          </a:p>
          <a:p>
            <a:pPr marL="0" indent="0" algn="l">
              <a:lnSpc>
                <a:spcPct val="100000"/>
              </a:lnSpc>
              <a:spcBef>
                <a:spcPts val="0"/>
              </a:spcBef>
              <a:spcAft>
                <a:spcPts val="0"/>
              </a:spcAft>
              <a:buNone/>
            </a:pPr>
            <a:r>
              <a:rPr lang="en-US" altLang="zh-CN" sz="1100" b="0" i="0" u="none" strike="noStrike" kern="0" cap="none" spc="0" baseline="0">
                <a:solidFill>
                  <a:srgbClr val="191919"/>
                </a:solidFill>
                <a:latin typeface="Consolas" charset="0"/>
                <a:ea typeface="Arial" charset="0"/>
                <a:cs typeface="Consolas" charset="0"/>
                <a:sym typeface="Arial" charset="0"/>
              </a:rPr>
              <a:t>    "Monday": 1,</a:t>
            </a:r>
          </a:p>
          <a:p>
            <a:pPr marL="0" indent="0" algn="l">
              <a:lnSpc>
                <a:spcPct val="100000"/>
              </a:lnSpc>
              <a:spcBef>
                <a:spcPts val="0"/>
              </a:spcBef>
              <a:spcAft>
                <a:spcPts val="0"/>
              </a:spcAft>
              <a:buNone/>
            </a:pPr>
            <a:r>
              <a:rPr lang="en-US" altLang="zh-CN" sz="1100" b="0" i="0" u="none" strike="noStrike" kern="0" cap="none" spc="0" baseline="0">
                <a:solidFill>
                  <a:srgbClr val="191919"/>
                </a:solidFill>
                <a:latin typeface="Consolas" charset="0"/>
                <a:ea typeface="Arial" charset="0"/>
                <a:cs typeface="Consolas" charset="0"/>
                <a:sym typeface="Arial" charset="0"/>
              </a:rPr>
              <a:t>    "Tuesday": 2,</a:t>
            </a:r>
          </a:p>
          <a:p>
            <a:pPr marL="0" indent="0" algn="l">
              <a:lnSpc>
                <a:spcPct val="100000"/>
              </a:lnSpc>
              <a:spcBef>
                <a:spcPts val="0"/>
              </a:spcBef>
              <a:spcAft>
                <a:spcPts val="0"/>
              </a:spcAft>
              <a:buNone/>
            </a:pPr>
            <a:r>
              <a:rPr lang="en-US" altLang="zh-CN" sz="1100" b="0" i="0" u="none" strike="noStrike" kern="0" cap="none" spc="0" baseline="0">
                <a:solidFill>
                  <a:srgbClr val="191919"/>
                </a:solidFill>
                <a:latin typeface="Consolas" charset="0"/>
                <a:ea typeface="Arial" charset="0"/>
                <a:cs typeface="Consolas" charset="0"/>
                <a:sym typeface="Arial" charset="0"/>
              </a:rPr>
              <a:t>    "Wednesday": 3,</a:t>
            </a:r>
          </a:p>
          <a:p>
            <a:pPr marL="0" indent="0" algn="l">
              <a:lnSpc>
                <a:spcPct val="100000"/>
              </a:lnSpc>
              <a:spcBef>
                <a:spcPts val="0"/>
              </a:spcBef>
              <a:spcAft>
                <a:spcPts val="0"/>
              </a:spcAft>
              <a:buNone/>
            </a:pPr>
            <a:r>
              <a:rPr lang="en-US" altLang="zh-CN" sz="1100" b="0" i="0" u="none" strike="noStrike" kern="0" cap="none" spc="0" baseline="0">
                <a:solidFill>
                  <a:srgbClr val="191919"/>
                </a:solidFill>
                <a:latin typeface="Consolas" charset="0"/>
                <a:ea typeface="Arial" charset="0"/>
                <a:cs typeface="Consolas" charset="0"/>
                <a:sym typeface="Arial" charset="0"/>
              </a:rPr>
              <a:t>    "Thursday": 4,</a:t>
            </a:r>
          </a:p>
          <a:p>
            <a:pPr marL="0" indent="0" algn="l">
              <a:lnSpc>
                <a:spcPct val="100000"/>
              </a:lnSpc>
              <a:spcBef>
                <a:spcPts val="0"/>
              </a:spcBef>
              <a:spcAft>
                <a:spcPts val="0"/>
              </a:spcAft>
              <a:buNone/>
            </a:pPr>
            <a:r>
              <a:rPr lang="en-US" altLang="zh-CN" sz="1100" b="0" i="0" u="none" strike="noStrike" kern="0" cap="none" spc="0" baseline="0">
                <a:solidFill>
                  <a:srgbClr val="191919"/>
                </a:solidFill>
                <a:latin typeface="Consolas" charset="0"/>
                <a:ea typeface="Arial" charset="0"/>
                <a:cs typeface="Consolas" charset="0"/>
                <a:sym typeface="Arial" charset="0"/>
              </a:rPr>
              <a:t>    "Friday": 5,</a:t>
            </a:r>
          </a:p>
          <a:p>
            <a:pPr marL="0" indent="0" algn="l">
              <a:lnSpc>
                <a:spcPct val="100000"/>
              </a:lnSpc>
              <a:spcBef>
                <a:spcPts val="0"/>
              </a:spcBef>
              <a:spcAft>
                <a:spcPts val="0"/>
              </a:spcAft>
              <a:buNone/>
            </a:pPr>
            <a:r>
              <a:rPr lang="en-US" altLang="zh-CN" sz="1100" b="0" i="0" u="none" strike="noStrike" kern="0" cap="none" spc="0" baseline="0">
                <a:solidFill>
                  <a:srgbClr val="191919"/>
                </a:solidFill>
                <a:latin typeface="Consolas" charset="0"/>
                <a:ea typeface="Arial" charset="0"/>
                <a:cs typeface="Consolas" charset="0"/>
                <a:sym typeface="Arial" charset="0"/>
              </a:rPr>
              <a:t>    "Saturday": 6,</a:t>
            </a:r>
          </a:p>
          <a:p>
            <a:pPr marL="0" indent="0" algn="l">
              <a:lnSpc>
                <a:spcPct val="100000"/>
              </a:lnSpc>
              <a:spcBef>
                <a:spcPts val="0"/>
              </a:spcBef>
              <a:spcAft>
                <a:spcPts val="0"/>
              </a:spcAft>
              <a:buNone/>
            </a:pPr>
            <a:r>
              <a:rPr lang="en-US" altLang="zh-CN" sz="1100" b="0" i="0" u="none" strike="noStrike" kern="0" cap="none" spc="0" baseline="0">
                <a:solidFill>
                  <a:srgbClr val="191919"/>
                </a:solidFill>
                <a:latin typeface="Consolas" charset="0"/>
                <a:ea typeface="Arial" charset="0"/>
                <a:cs typeface="Consolas" charset="0"/>
                <a:sym typeface="Arial" charset="0"/>
              </a:rPr>
              <a:t>    "Sunday": 7</a:t>
            </a:r>
          </a:p>
          <a:p>
            <a:pPr marL="0" indent="0" algn="l">
              <a:lnSpc>
                <a:spcPct val="100000"/>
              </a:lnSpc>
              <a:spcBef>
                <a:spcPts val="0"/>
              </a:spcBef>
              <a:spcAft>
                <a:spcPts val="0"/>
              </a:spcAft>
              <a:buNone/>
            </a:pPr>
            <a:r>
              <a:rPr lang="en-US" altLang="zh-CN" sz="1100" b="0" i="0" u="none" strike="noStrike" kern="0" cap="none" spc="0" baseline="0">
                <a:solidFill>
                  <a:srgbClr val="191919"/>
                </a:solidFill>
                <a:latin typeface="Consolas" charset="0"/>
                <a:ea typeface="Arial" charset="0"/>
                <a:cs typeface="Consolas" charset="0"/>
                <a:sym typeface="Arial" charset="0"/>
              </a:rPr>
              <a:t>}</a:t>
            </a:r>
          </a:p>
          <a:p>
            <a:pPr marL="0" indent="0" algn="l">
              <a:lnSpc>
                <a:spcPct val="100000"/>
              </a:lnSpc>
              <a:spcBef>
                <a:spcPts val="0"/>
              </a:spcBef>
              <a:spcAft>
                <a:spcPts val="0"/>
              </a:spcAft>
              <a:buNone/>
            </a:pPr>
            <a:endParaRPr lang="en-US" altLang="zh-CN" sz="1100" b="0" i="0" u="none" strike="noStrike" kern="0" cap="none" spc="0" baseline="0">
              <a:solidFill>
                <a:srgbClr val="000000"/>
              </a:solidFill>
              <a:latin typeface="Consolas" charset="0"/>
              <a:ea typeface="Arial" charset="0"/>
              <a:cs typeface="Arial" charset="0"/>
              <a:sym typeface="Arial" charset="0"/>
            </a:endParaRPr>
          </a:p>
          <a:p>
            <a:pPr marL="0" indent="0" algn="l">
              <a:lnSpc>
                <a:spcPct val="100000"/>
              </a:lnSpc>
              <a:spcBef>
                <a:spcPts val="0"/>
              </a:spcBef>
              <a:spcAft>
                <a:spcPts val="0"/>
              </a:spcAft>
              <a:buNone/>
            </a:pPr>
            <a:r>
              <a:rPr lang="en-US" altLang="zh-CN" sz="1100" b="0" i="0" u="none" strike="noStrike" kern="0" cap="none" spc="0" baseline="0">
                <a:solidFill>
                  <a:srgbClr val="191919"/>
                </a:solidFill>
                <a:latin typeface="Consolas" charset="0"/>
                <a:ea typeface="Arial" charset="0"/>
                <a:cs typeface="Consolas" charset="0"/>
                <a:sym typeface="Arial" charset="0"/>
              </a:rPr>
              <a:t>traffic_map = {</a:t>
            </a:r>
          </a:p>
          <a:p>
            <a:pPr marL="0" indent="0" algn="l">
              <a:lnSpc>
                <a:spcPct val="100000"/>
              </a:lnSpc>
              <a:spcBef>
                <a:spcPts val="0"/>
              </a:spcBef>
              <a:spcAft>
                <a:spcPts val="0"/>
              </a:spcAft>
              <a:buNone/>
            </a:pPr>
            <a:r>
              <a:rPr lang="en-US" altLang="zh-CN" sz="1100" b="0" i="0" u="none" strike="noStrike" kern="0" cap="none" spc="0" baseline="0">
                <a:solidFill>
                  <a:srgbClr val="191919"/>
                </a:solidFill>
                <a:latin typeface="Consolas" charset="0"/>
                <a:ea typeface="Arial" charset="0"/>
                <a:cs typeface="Consolas" charset="0"/>
                <a:sym typeface="Arial" charset="0"/>
              </a:rPr>
              <a:t>    "Low": 1,</a:t>
            </a:r>
          </a:p>
          <a:p>
            <a:pPr marL="0" indent="0" algn="l">
              <a:lnSpc>
                <a:spcPct val="100000"/>
              </a:lnSpc>
              <a:spcBef>
                <a:spcPts val="0"/>
              </a:spcBef>
              <a:spcAft>
                <a:spcPts val="0"/>
              </a:spcAft>
              <a:buNone/>
            </a:pPr>
            <a:r>
              <a:rPr lang="en-US" altLang="zh-CN" sz="1100" b="0" i="0" u="none" strike="noStrike" kern="0" cap="none" spc="0" baseline="0">
                <a:solidFill>
                  <a:srgbClr val="191919"/>
                </a:solidFill>
                <a:latin typeface="Consolas" charset="0"/>
                <a:ea typeface="Arial" charset="0"/>
                <a:cs typeface="Consolas" charset="0"/>
                <a:sym typeface="Arial" charset="0"/>
              </a:rPr>
              <a:t>    "Medium": 2,</a:t>
            </a:r>
          </a:p>
          <a:p>
            <a:pPr marL="0" indent="0" algn="l">
              <a:lnSpc>
                <a:spcPct val="100000"/>
              </a:lnSpc>
              <a:spcBef>
                <a:spcPts val="0"/>
              </a:spcBef>
              <a:spcAft>
                <a:spcPts val="0"/>
              </a:spcAft>
              <a:buNone/>
            </a:pPr>
            <a:r>
              <a:rPr lang="en-US" altLang="zh-CN" sz="1100" b="0" i="0" u="none" strike="noStrike" kern="0" cap="none" spc="0" baseline="0">
                <a:solidFill>
                  <a:srgbClr val="191919"/>
                </a:solidFill>
                <a:latin typeface="Consolas" charset="0"/>
                <a:ea typeface="Arial" charset="0"/>
                <a:cs typeface="Consolas" charset="0"/>
                <a:sym typeface="Arial" charset="0"/>
              </a:rPr>
              <a:t>    "High": 3</a:t>
            </a:r>
          </a:p>
          <a:p>
            <a:pPr marL="0" indent="0" algn="l">
              <a:lnSpc>
                <a:spcPct val="100000"/>
              </a:lnSpc>
              <a:spcBef>
                <a:spcPts val="0"/>
              </a:spcBef>
              <a:spcAft>
                <a:spcPts val="0"/>
              </a:spcAft>
              <a:buNone/>
            </a:pPr>
            <a:r>
              <a:rPr lang="en-US" altLang="zh-CN" sz="1100" b="0" i="0" u="none" strike="noStrike" kern="0" cap="none" spc="0" baseline="0">
                <a:solidFill>
                  <a:srgbClr val="191919"/>
                </a:solidFill>
                <a:latin typeface="Consolas" charset="0"/>
                <a:ea typeface="Arial" charset="0"/>
                <a:cs typeface="Consolas" charset="0"/>
                <a:sym typeface="Arial" charset="0"/>
              </a:rPr>
              <a:t>}</a:t>
            </a:r>
            <a:endParaRPr lang="zh-CN" altLang="en-US" sz="1100" b="0" i="0" u="none" strike="noStrike" kern="0" cap="none" spc="0" baseline="0">
              <a:solidFill>
                <a:srgbClr val="191919"/>
              </a:solidFill>
              <a:latin typeface="Consolas" charset="0"/>
              <a:ea typeface="Arial" charset="0"/>
              <a:cs typeface="Consolas" charset="0"/>
              <a:sym typeface="Arial" charset="0"/>
            </a:endParaRPr>
          </a:p>
        </p:txBody>
      </p:sp>
      <p:sp>
        <p:nvSpPr>
          <p:cNvPr id="111" name="矩形"/>
          <p:cNvSpPr>
            <a:spLocks/>
          </p:cNvSpPr>
          <p:nvPr/>
        </p:nvSpPr>
        <p:spPr>
          <a:xfrm>
            <a:off x="6012180" y="960120"/>
            <a:ext cx="5326380" cy="5532120"/>
          </a:xfrm>
          <a:prstGeom prst="rect">
            <a:avLst/>
          </a:prstGeom>
          <a:solidFill>
            <a:srgbClr val="F8F8F8"/>
          </a:solidFill>
          <a:ln w="12700" cap="flat" cmpd="sng">
            <a:solidFill>
              <a:srgbClr val="CDCDCD"/>
            </a:solidFill>
            <a:prstDash val="solid"/>
            <a:round/>
          </a:ln>
        </p:spPr>
        <p:txBody>
          <a:bodyPr vert="horz" wrap="square" lIns="164592" tIns="109728" rIns="164592" bIns="109728" anchor="t" anchorCtr="0">
            <a:prstTxWarp prst="textNoShape">
              <a:avLst/>
            </a:prstTxWarp>
          </a:bodyPr>
          <a:lstStyle/>
          <a:p>
            <a:pPr marL="0" indent="0" algn="l">
              <a:lnSpc>
                <a:spcPct val="100000"/>
              </a:lnSpc>
              <a:spcBef>
                <a:spcPts val="0"/>
              </a:spcBef>
              <a:spcAft>
                <a:spcPts val="0"/>
              </a:spcAft>
              <a:buNone/>
            </a:pPr>
            <a:r>
              <a:rPr lang="en-US" altLang="zh-CN" sz="1100" b="0" i="0" u="none" strike="noStrike" kern="0" cap="none" spc="0" baseline="0">
                <a:solidFill>
                  <a:srgbClr val="191919"/>
                </a:solidFill>
                <a:latin typeface="Consolas" charset="0"/>
                <a:ea typeface="Arial" charset="0"/>
                <a:cs typeface="Consolas" charset="0"/>
                <a:sym typeface="Arial" charset="0"/>
              </a:rPr>
              <a:t>occupancy_map = {</a:t>
            </a:r>
          </a:p>
          <a:p>
            <a:pPr marL="0" indent="0" algn="l">
              <a:lnSpc>
                <a:spcPct val="100000"/>
              </a:lnSpc>
              <a:spcBef>
                <a:spcPts val="0"/>
              </a:spcBef>
              <a:spcAft>
                <a:spcPts val="0"/>
              </a:spcAft>
              <a:buNone/>
            </a:pPr>
            <a:r>
              <a:rPr lang="en-US" altLang="zh-CN" sz="1100" b="0" i="0" u="none" strike="noStrike" kern="0" cap="none" spc="0" baseline="0">
                <a:solidFill>
                  <a:srgbClr val="191919"/>
                </a:solidFill>
                <a:latin typeface="Consolas" charset="0"/>
                <a:ea typeface="Arial" charset="0"/>
                <a:cs typeface="Consolas" charset="0"/>
                <a:sym typeface="Arial" charset="0"/>
              </a:rPr>
              <a:t>    "AVAILABLE": 0,</a:t>
            </a:r>
          </a:p>
          <a:p>
            <a:pPr marL="0" indent="0" algn="l">
              <a:lnSpc>
                <a:spcPct val="100000"/>
              </a:lnSpc>
              <a:spcBef>
                <a:spcPts val="0"/>
              </a:spcBef>
              <a:spcAft>
                <a:spcPts val="0"/>
              </a:spcAft>
              <a:buNone/>
            </a:pPr>
            <a:r>
              <a:rPr lang="en-US" altLang="zh-CN" sz="1100" b="0" i="0" u="none" strike="noStrike" kern="0" cap="none" spc="0" baseline="0">
                <a:solidFill>
                  <a:srgbClr val="191919"/>
                </a:solidFill>
                <a:latin typeface="Consolas" charset="0"/>
                <a:ea typeface="Arial" charset="0"/>
                <a:cs typeface="Consolas" charset="0"/>
                <a:sym typeface="Arial" charset="0"/>
              </a:rPr>
              <a:t>    "OCCUPIED": 1</a:t>
            </a:r>
          </a:p>
          <a:p>
            <a:pPr marL="0" indent="0" algn="l">
              <a:lnSpc>
                <a:spcPct val="100000"/>
              </a:lnSpc>
              <a:spcBef>
                <a:spcPts val="0"/>
              </a:spcBef>
              <a:spcAft>
                <a:spcPts val="0"/>
              </a:spcAft>
              <a:buNone/>
            </a:pPr>
            <a:r>
              <a:rPr lang="en-US" altLang="zh-CN" sz="1100" b="0" i="0" u="none" strike="noStrike" kern="0" cap="none" spc="0" baseline="0">
                <a:solidFill>
                  <a:srgbClr val="191919"/>
                </a:solidFill>
                <a:latin typeface="Consolas" charset="0"/>
                <a:ea typeface="Arial" charset="0"/>
                <a:cs typeface="Consolas" charset="0"/>
                <a:sym typeface="Arial" charset="0"/>
              </a:rPr>
              <a:t>}</a:t>
            </a:r>
          </a:p>
          <a:p>
            <a:pPr marL="0" indent="0" algn="l">
              <a:lnSpc>
                <a:spcPct val="100000"/>
              </a:lnSpc>
              <a:spcBef>
                <a:spcPts val="0"/>
              </a:spcBef>
              <a:spcAft>
                <a:spcPts val="0"/>
              </a:spcAft>
              <a:buNone/>
            </a:pPr>
            <a:endParaRPr lang="en-US" altLang="zh-CN" sz="1100" b="0" i="0" u="none" strike="noStrike" kern="0" cap="none" spc="0" baseline="0">
              <a:solidFill>
                <a:srgbClr val="000000"/>
              </a:solidFill>
              <a:latin typeface="Consolas" charset="0"/>
              <a:ea typeface="Arial" charset="0"/>
              <a:cs typeface="Arial" charset="0"/>
              <a:sym typeface="Arial" charset="0"/>
            </a:endParaRPr>
          </a:p>
          <a:p>
            <a:pPr marL="0" indent="0" algn="l">
              <a:lnSpc>
                <a:spcPct val="100000"/>
              </a:lnSpc>
              <a:spcBef>
                <a:spcPts val="0"/>
              </a:spcBef>
              <a:spcAft>
                <a:spcPts val="0"/>
              </a:spcAft>
              <a:buNone/>
            </a:pPr>
            <a:r>
              <a:rPr lang="en-US" altLang="zh-CN" sz="1100" b="0" i="0" u="none" strike="noStrike" kern="0" cap="none" spc="0" baseline="0">
                <a:solidFill>
                  <a:srgbClr val="191919"/>
                </a:solidFill>
                <a:latin typeface="Consolas" charset="0"/>
                <a:ea typeface="Arial" charset="0"/>
                <a:cs typeface="Consolas" charset="0"/>
                <a:sym typeface="Arial" charset="0"/>
              </a:rPr>
              <a:t>data["Day"] = data["Day"].map(day_map)</a:t>
            </a:r>
          </a:p>
          <a:p>
            <a:pPr marL="0" indent="0" algn="l">
              <a:lnSpc>
                <a:spcPct val="100000"/>
              </a:lnSpc>
              <a:spcBef>
                <a:spcPts val="0"/>
              </a:spcBef>
              <a:spcAft>
                <a:spcPts val="0"/>
              </a:spcAft>
              <a:buNone/>
            </a:pPr>
            <a:r>
              <a:rPr lang="en-US" altLang="zh-CN" sz="1100" b="0" i="0" u="none" strike="noStrike" kern="0" cap="none" spc="0" baseline="0">
                <a:solidFill>
                  <a:srgbClr val="191919"/>
                </a:solidFill>
                <a:latin typeface="Consolas" charset="0"/>
                <a:ea typeface="Arial" charset="0"/>
                <a:cs typeface="Consolas" charset="0"/>
                <a:sym typeface="Arial" charset="0"/>
              </a:rPr>
              <a:t>data["Traffic"] = data["Traffic"].map(traffic_map)</a:t>
            </a:r>
          </a:p>
          <a:p>
            <a:pPr marL="0" indent="0" algn="l">
              <a:lnSpc>
                <a:spcPct val="100000"/>
              </a:lnSpc>
              <a:spcBef>
                <a:spcPts val="0"/>
              </a:spcBef>
              <a:spcAft>
                <a:spcPts val="0"/>
              </a:spcAft>
              <a:buNone/>
            </a:pPr>
            <a:r>
              <a:rPr lang="en-US" altLang="zh-CN" sz="1100" b="0" i="0" u="none" strike="noStrike" kern="0" cap="none" spc="0" baseline="0">
                <a:solidFill>
                  <a:srgbClr val="191919"/>
                </a:solidFill>
                <a:latin typeface="Consolas" charset="0"/>
                <a:ea typeface="Arial" charset="0"/>
                <a:cs typeface="Consolas" charset="0"/>
                <a:sym typeface="Arial" charset="0"/>
              </a:rPr>
              <a:t>data["PreviousOccupancy"] = (</a:t>
            </a:r>
          </a:p>
          <a:p>
            <a:pPr marL="0" indent="0" algn="l">
              <a:lnSpc>
                <a:spcPct val="100000"/>
              </a:lnSpc>
              <a:spcBef>
                <a:spcPts val="0"/>
              </a:spcBef>
              <a:spcAft>
                <a:spcPts val="0"/>
              </a:spcAft>
              <a:buNone/>
            </a:pPr>
            <a:r>
              <a:rPr lang="en-US" altLang="zh-CN" sz="1100" b="0" i="0" u="none" strike="noStrike" kern="0" cap="none" spc="0" baseline="0">
                <a:solidFill>
                  <a:srgbClr val="191919"/>
                </a:solidFill>
                <a:latin typeface="Consolas" charset="0"/>
                <a:ea typeface="Arial" charset="0"/>
                <a:cs typeface="Consolas" charset="0"/>
                <a:sym typeface="Arial" charset="0"/>
              </a:rPr>
              <a:t>    data["PreviousOccupancy"].map(occupancy_map)</a:t>
            </a:r>
          </a:p>
          <a:p>
            <a:pPr marL="0" indent="0" algn="l">
              <a:lnSpc>
                <a:spcPct val="100000"/>
              </a:lnSpc>
              <a:spcBef>
                <a:spcPts val="0"/>
              </a:spcBef>
              <a:spcAft>
                <a:spcPts val="0"/>
              </a:spcAft>
              <a:buNone/>
            </a:pPr>
            <a:r>
              <a:rPr lang="en-US" altLang="zh-CN" sz="1100" b="0" i="0" u="none" strike="noStrike" kern="0" cap="none" spc="0" baseline="0">
                <a:solidFill>
                  <a:srgbClr val="191919"/>
                </a:solidFill>
                <a:latin typeface="Consolas" charset="0"/>
                <a:ea typeface="Arial" charset="0"/>
                <a:cs typeface="Consolas" charset="0"/>
                <a:sym typeface="Arial" charset="0"/>
              </a:rPr>
              <a:t>)</a:t>
            </a:r>
          </a:p>
          <a:p>
            <a:pPr marL="0" indent="0" algn="l">
              <a:lnSpc>
                <a:spcPct val="100000"/>
              </a:lnSpc>
              <a:spcBef>
                <a:spcPts val="0"/>
              </a:spcBef>
              <a:spcAft>
                <a:spcPts val="0"/>
              </a:spcAft>
              <a:buNone/>
            </a:pPr>
            <a:r>
              <a:rPr lang="en-US" altLang="zh-CN" sz="1100" b="0" i="0" u="none" strike="noStrike" kern="0" cap="none" spc="0" baseline="0">
                <a:solidFill>
                  <a:srgbClr val="191919"/>
                </a:solidFill>
                <a:latin typeface="Consolas" charset="0"/>
                <a:ea typeface="Arial" charset="0"/>
                <a:cs typeface="Consolas" charset="0"/>
                <a:sym typeface="Arial" charset="0"/>
              </a:rPr>
              <a:t>data["Occupancy"] = data["Occupancy"].map(occupancy_map)</a:t>
            </a:r>
          </a:p>
          <a:p>
            <a:pPr marL="0" indent="0" algn="l">
              <a:lnSpc>
                <a:spcPct val="100000"/>
              </a:lnSpc>
              <a:spcBef>
                <a:spcPts val="0"/>
              </a:spcBef>
              <a:spcAft>
                <a:spcPts val="0"/>
              </a:spcAft>
              <a:buNone/>
            </a:pPr>
            <a:endParaRPr lang="en-US" altLang="zh-CN" sz="1100" b="0" i="0" u="none" strike="noStrike" kern="0" cap="none" spc="0" baseline="0">
              <a:solidFill>
                <a:srgbClr val="000000"/>
              </a:solidFill>
              <a:latin typeface="Consolas" charset="0"/>
              <a:ea typeface="Arial" charset="0"/>
              <a:cs typeface="Arial" charset="0"/>
              <a:sym typeface="Arial" charset="0"/>
            </a:endParaRPr>
          </a:p>
          <a:p>
            <a:pPr marL="0" indent="0" algn="l">
              <a:lnSpc>
                <a:spcPct val="100000"/>
              </a:lnSpc>
              <a:spcBef>
                <a:spcPts val="0"/>
              </a:spcBef>
              <a:spcAft>
                <a:spcPts val="0"/>
              </a:spcAft>
              <a:buNone/>
            </a:pPr>
            <a:r>
              <a:rPr lang="en-US" altLang="zh-CN" sz="1100" b="0" i="0" u="none" strike="noStrike" kern="0" cap="none" spc="0" baseline="0">
                <a:solidFill>
                  <a:srgbClr val="6A737D"/>
                </a:solidFill>
                <a:latin typeface="Consolas" charset="0"/>
                <a:ea typeface="Arial" charset="0"/>
                <a:cs typeface="Consolas" charset="0"/>
                <a:sym typeface="Arial" charset="0"/>
              </a:rPr>
              <a:t># Remove missing values</a:t>
            </a:r>
          </a:p>
          <a:p>
            <a:pPr marL="0" indent="0" algn="l">
              <a:lnSpc>
                <a:spcPct val="100000"/>
              </a:lnSpc>
              <a:spcBef>
                <a:spcPts val="0"/>
              </a:spcBef>
              <a:spcAft>
                <a:spcPts val="0"/>
              </a:spcAft>
              <a:buNone/>
            </a:pPr>
            <a:r>
              <a:rPr lang="en-US" altLang="zh-CN" sz="1100" b="0" i="0" u="none" strike="noStrike" kern="0" cap="none" spc="0" baseline="0">
                <a:solidFill>
                  <a:srgbClr val="191919"/>
                </a:solidFill>
                <a:latin typeface="Consolas" charset="0"/>
                <a:ea typeface="Arial" charset="0"/>
                <a:cs typeface="Consolas" charset="0"/>
                <a:sym typeface="Arial" charset="0"/>
              </a:rPr>
              <a:t>data.dropna(inplace=True)</a:t>
            </a:r>
          </a:p>
          <a:p>
            <a:pPr marL="0" indent="0" algn="l">
              <a:lnSpc>
                <a:spcPct val="100000"/>
              </a:lnSpc>
              <a:spcBef>
                <a:spcPts val="0"/>
              </a:spcBef>
              <a:spcAft>
                <a:spcPts val="0"/>
              </a:spcAft>
              <a:buNone/>
            </a:pPr>
            <a:endParaRPr lang="en-US" altLang="zh-CN" sz="1100" b="0" i="0" u="none" strike="noStrike" kern="0" cap="none" spc="0" baseline="0">
              <a:solidFill>
                <a:srgbClr val="000000"/>
              </a:solidFill>
              <a:latin typeface="Consolas" charset="0"/>
              <a:ea typeface="Arial" charset="0"/>
              <a:cs typeface="Arial" charset="0"/>
              <a:sym typeface="Arial" charset="0"/>
            </a:endParaRPr>
          </a:p>
          <a:p>
            <a:pPr marL="0" indent="0" algn="l">
              <a:lnSpc>
                <a:spcPct val="100000"/>
              </a:lnSpc>
              <a:spcBef>
                <a:spcPts val="0"/>
              </a:spcBef>
              <a:spcAft>
                <a:spcPts val="0"/>
              </a:spcAft>
              <a:buNone/>
            </a:pPr>
            <a:r>
              <a:rPr lang="en-US" altLang="zh-CN" sz="1100" b="0" i="0" u="none" strike="noStrike" kern="0" cap="none" spc="0" baseline="0">
                <a:solidFill>
                  <a:srgbClr val="6A737D"/>
                </a:solidFill>
                <a:latin typeface="Consolas" charset="0"/>
                <a:ea typeface="Arial" charset="0"/>
                <a:cs typeface="Consolas" charset="0"/>
                <a:sym typeface="Arial" charset="0"/>
              </a:rPr>
              <a:t># Input features</a:t>
            </a:r>
          </a:p>
          <a:p>
            <a:pPr marL="0" indent="0" algn="l">
              <a:lnSpc>
                <a:spcPct val="100000"/>
              </a:lnSpc>
              <a:spcBef>
                <a:spcPts val="0"/>
              </a:spcBef>
              <a:spcAft>
                <a:spcPts val="0"/>
              </a:spcAft>
              <a:buNone/>
            </a:pPr>
            <a:r>
              <a:rPr lang="en-US" altLang="zh-CN" sz="1100" b="0" i="0" u="none" strike="noStrike" kern="0" cap="none" spc="0" baseline="0">
                <a:solidFill>
                  <a:srgbClr val="191919"/>
                </a:solidFill>
                <a:latin typeface="Consolas" charset="0"/>
                <a:ea typeface="Arial" charset="0"/>
                <a:cs typeface="Consolas" charset="0"/>
                <a:sym typeface="Arial" charset="0"/>
              </a:rPr>
              <a:t>X = data[[</a:t>
            </a:r>
          </a:p>
          <a:p>
            <a:pPr marL="0" indent="0" algn="l">
              <a:lnSpc>
                <a:spcPct val="100000"/>
              </a:lnSpc>
              <a:spcBef>
                <a:spcPts val="0"/>
              </a:spcBef>
              <a:spcAft>
                <a:spcPts val="0"/>
              </a:spcAft>
              <a:buNone/>
            </a:pPr>
            <a:r>
              <a:rPr lang="en-US" altLang="zh-CN" sz="1100" b="0" i="0" u="none" strike="noStrike" kern="0" cap="none" spc="0" baseline="0">
                <a:solidFill>
                  <a:srgbClr val="191919"/>
                </a:solidFill>
                <a:latin typeface="Consolas" charset="0"/>
                <a:ea typeface="Arial" charset="0"/>
                <a:cs typeface="Consolas" charset="0"/>
                <a:sym typeface="Arial" charset="0"/>
              </a:rPr>
              <a:t>    "SlotID",</a:t>
            </a:r>
          </a:p>
          <a:p>
            <a:pPr marL="0" indent="0" algn="l">
              <a:lnSpc>
                <a:spcPct val="100000"/>
              </a:lnSpc>
              <a:spcBef>
                <a:spcPts val="0"/>
              </a:spcBef>
              <a:spcAft>
                <a:spcPts val="0"/>
              </a:spcAft>
              <a:buNone/>
            </a:pPr>
            <a:r>
              <a:rPr lang="en-US" altLang="zh-CN" sz="1100" b="0" i="0" u="none" strike="noStrike" kern="0" cap="none" spc="0" baseline="0">
                <a:solidFill>
                  <a:srgbClr val="191919"/>
                </a:solidFill>
                <a:latin typeface="Consolas" charset="0"/>
                <a:ea typeface="Arial" charset="0"/>
                <a:cs typeface="Consolas" charset="0"/>
                <a:sym typeface="Arial" charset="0"/>
              </a:rPr>
              <a:t>    "Hour",</a:t>
            </a:r>
          </a:p>
          <a:p>
            <a:pPr marL="0" indent="0" algn="l">
              <a:lnSpc>
                <a:spcPct val="100000"/>
              </a:lnSpc>
              <a:spcBef>
                <a:spcPts val="0"/>
              </a:spcBef>
              <a:spcAft>
                <a:spcPts val="0"/>
              </a:spcAft>
              <a:buNone/>
            </a:pPr>
            <a:r>
              <a:rPr lang="en-US" altLang="zh-CN" sz="1100" b="0" i="0" u="none" strike="noStrike" kern="0" cap="none" spc="0" baseline="0">
                <a:solidFill>
                  <a:srgbClr val="191919"/>
                </a:solidFill>
                <a:latin typeface="Consolas" charset="0"/>
                <a:ea typeface="Arial" charset="0"/>
                <a:cs typeface="Consolas" charset="0"/>
                <a:sym typeface="Arial" charset="0"/>
              </a:rPr>
              <a:t>    "Day",</a:t>
            </a:r>
          </a:p>
          <a:p>
            <a:pPr marL="0" indent="0" algn="l">
              <a:lnSpc>
                <a:spcPct val="100000"/>
              </a:lnSpc>
              <a:spcBef>
                <a:spcPts val="0"/>
              </a:spcBef>
              <a:spcAft>
                <a:spcPts val="0"/>
              </a:spcAft>
              <a:buNone/>
            </a:pPr>
            <a:r>
              <a:rPr lang="en-US" altLang="zh-CN" sz="1100" b="0" i="0" u="none" strike="noStrike" kern="0" cap="none" spc="0" baseline="0">
                <a:solidFill>
                  <a:srgbClr val="191919"/>
                </a:solidFill>
                <a:latin typeface="Consolas" charset="0"/>
                <a:ea typeface="Arial" charset="0"/>
                <a:cs typeface="Consolas" charset="0"/>
                <a:sym typeface="Arial" charset="0"/>
              </a:rPr>
              <a:t>    "PreviousOccupancy",</a:t>
            </a:r>
          </a:p>
          <a:p>
            <a:pPr marL="0" indent="0" algn="l">
              <a:lnSpc>
                <a:spcPct val="100000"/>
              </a:lnSpc>
              <a:spcBef>
                <a:spcPts val="0"/>
              </a:spcBef>
              <a:spcAft>
                <a:spcPts val="0"/>
              </a:spcAft>
              <a:buNone/>
            </a:pPr>
            <a:r>
              <a:rPr lang="en-US" altLang="zh-CN" sz="1100" b="0" i="0" u="none" strike="noStrike" kern="0" cap="none" spc="0" baseline="0">
                <a:solidFill>
                  <a:srgbClr val="191919"/>
                </a:solidFill>
                <a:latin typeface="Consolas" charset="0"/>
                <a:ea typeface="Arial" charset="0"/>
                <a:cs typeface="Consolas" charset="0"/>
                <a:sym typeface="Arial" charset="0"/>
              </a:rPr>
              <a:t>    "Traffic"</a:t>
            </a:r>
          </a:p>
          <a:p>
            <a:pPr marL="0" indent="0" algn="l">
              <a:lnSpc>
                <a:spcPct val="100000"/>
              </a:lnSpc>
              <a:spcBef>
                <a:spcPts val="0"/>
              </a:spcBef>
              <a:spcAft>
                <a:spcPts val="0"/>
              </a:spcAft>
              <a:buNone/>
            </a:pPr>
            <a:r>
              <a:rPr lang="en-US" altLang="zh-CN" sz="1100" b="0" i="0" u="none" strike="noStrike" kern="0" cap="none" spc="0" baseline="0">
                <a:solidFill>
                  <a:srgbClr val="191919"/>
                </a:solidFill>
                <a:latin typeface="Consolas" charset="0"/>
                <a:ea typeface="Arial" charset="0"/>
                <a:cs typeface="Consolas" charset="0"/>
                <a:sym typeface="Arial" charset="0"/>
              </a:rPr>
              <a:t>]]</a:t>
            </a:r>
          </a:p>
          <a:p>
            <a:pPr marL="0" indent="0" algn="l">
              <a:lnSpc>
                <a:spcPct val="100000"/>
              </a:lnSpc>
              <a:spcBef>
                <a:spcPts val="0"/>
              </a:spcBef>
              <a:spcAft>
                <a:spcPts val="0"/>
              </a:spcAft>
              <a:buNone/>
            </a:pPr>
            <a:endParaRPr lang="en-US" altLang="zh-CN" sz="1100" b="0" i="0" u="none" strike="noStrike" kern="0" cap="none" spc="0" baseline="0">
              <a:solidFill>
                <a:srgbClr val="000000"/>
              </a:solidFill>
              <a:latin typeface="Consolas" charset="0"/>
              <a:ea typeface="Arial" charset="0"/>
              <a:cs typeface="Arial" charset="0"/>
              <a:sym typeface="Arial" charset="0"/>
            </a:endParaRPr>
          </a:p>
          <a:p>
            <a:pPr marL="0" indent="0" algn="l">
              <a:lnSpc>
                <a:spcPct val="100000"/>
              </a:lnSpc>
              <a:spcBef>
                <a:spcPts val="0"/>
              </a:spcBef>
              <a:spcAft>
                <a:spcPts val="0"/>
              </a:spcAft>
              <a:buNone/>
            </a:pPr>
            <a:r>
              <a:rPr lang="en-US" altLang="zh-CN" sz="1100" b="0" i="0" u="none" strike="noStrike" kern="0" cap="none" spc="0" baseline="0">
                <a:solidFill>
                  <a:srgbClr val="6A737D"/>
                </a:solidFill>
                <a:latin typeface="Consolas" charset="0"/>
                <a:ea typeface="Arial" charset="0"/>
                <a:cs typeface="Consolas" charset="0"/>
                <a:sym typeface="Arial" charset="0"/>
              </a:rPr>
              <a:t># Target</a:t>
            </a:r>
          </a:p>
          <a:p>
            <a:pPr marL="0" indent="0" algn="l">
              <a:lnSpc>
                <a:spcPct val="100000"/>
              </a:lnSpc>
              <a:spcBef>
                <a:spcPts val="0"/>
              </a:spcBef>
              <a:spcAft>
                <a:spcPts val="0"/>
              </a:spcAft>
              <a:buNone/>
            </a:pPr>
            <a:r>
              <a:rPr lang="en-US" altLang="zh-CN" sz="1100" b="0" i="0" u="none" strike="noStrike" kern="0" cap="none" spc="0" baseline="0">
                <a:solidFill>
                  <a:srgbClr val="191919"/>
                </a:solidFill>
                <a:latin typeface="Consolas" charset="0"/>
                <a:ea typeface="Arial" charset="0"/>
                <a:cs typeface="Consolas" charset="0"/>
                <a:sym typeface="Arial" charset="0"/>
              </a:rPr>
              <a:t>y = data["Occupancy"]</a:t>
            </a:r>
            <a:endParaRPr lang="zh-CN" altLang="en-US" sz="1100" b="0" i="0" u="none" strike="noStrike" kern="0" cap="none" spc="0" baseline="0">
              <a:solidFill>
                <a:srgbClr val="191919"/>
              </a:solidFill>
              <a:latin typeface="Consolas" charset="0"/>
              <a:ea typeface="Arial" charset="0"/>
              <a:cs typeface="Consolas" charset="0"/>
              <a:sym typeface="Arial" charset="0"/>
            </a:endParaRPr>
          </a:p>
        </p:txBody>
      </p:sp>
    </p:spTree>
    <p:extLst>
      <p:ext uri="{BB962C8B-B14F-4D97-AF65-F5344CB8AC3E}">
        <p14:creationId xmlns:p14="http://schemas.microsoft.com/office/powerpoint/2010/main" val="49881106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2" name="矩形"/>
          <p:cNvSpPr>
            <a:spLocks/>
          </p:cNvSpPr>
          <p:nvPr/>
        </p:nvSpPr>
        <p:spPr>
          <a:xfrm>
            <a:off x="502919" y="320040"/>
            <a:ext cx="8500000" cy="502919"/>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ctr">
              <a:lnSpc>
                <a:spcPct val="100000"/>
              </a:lnSpc>
              <a:spcBef>
                <a:spcPts val="0"/>
              </a:spcBef>
              <a:spcAft>
                <a:spcPts val="0"/>
              </a:spcAft>
              <a:buNone/>
            </a:pPr>
            <a:r>
              <a:rPr lang="en-US" altLang="zh-CN" sz="2400" b="1" i="0" u="none" strike="noStrike" kern="0" cap="none" spc="0" baseline="0">
                <a:solidFill>
                  <a:srgbClr val="191919"/>
                </a:solidFill>
                <a:latin typeface="Arial" charset="0"/>
                <a:ea typeface="Arial" charset="0"/>
                <a:cs typeface="Arial" charset="0"/>
                <a:sym typeface="Arial" charset="0"/>
              </a:rPr>
              <a:t>CODE IMPLEMENTATION </a:t>
            </a:r>
            <a:endParaRPr lang="zh-CN" altLang="en-US" sz="2400" b="1" i="0" u="none" strike="noStrike" kern="0" cap="none" spc="0" baseline="0">
              <a:solidFill>
                <a:srgbClr val="191919"/>
              </a:solidFill>
              <a:latin typeface="Arial" charset="0"/>
              <a:ea typeface="Arial" charset="0"/>
              <a:cs typeface="Arial" charset="0"/>
              <a:sym typeface="Arial" charset="0"/>
            </a:endParaRPr>
          </a:p>
        </p:txBody>
      </p:sp>
      <p:sp>
        <p:nvSpPr>
          <p:cNvPr id="113" name="矩形"/>
          <p:cNvSpPr>
            <a:spLocks/>
          </p:cNvSpPr>
          <p:nvPr/>
        </p:nvSpPr>
        <p:spPr>
          <a:xfrm>
            <a:off x="10881359" y="228600"/>
            <a:ext cx="457200" cy="365760"/>
          </a:xfrm>
          <a:prstGeom prst="rect">
            <a:avLst/>
          </a:prstGeom>
          <a:noFill/>
          <a:ln w="12700" cap="flat" cmpd="sng">
            <a:noFill/>
            <a:prstDash val="solid"/>
            <a:miter/>
          </a:ln>
        </p:spPr>
        <p:txBody>
          <a:bodyPr vert="horz" wrap="square" lIns="0" tIns="0" rIns="0" bIns="0" anchor="t" anchorCtr="0">
            <a:prstTxWarp prst="textNoShape">
              <a:avLst/>
            </a:prstTxWarp>
          </a:bodyPr>
          <a:lstStyle/>
          <a:p>
            <a:pPr marL="0" indent="0" algn="r">
              <a:lnSpc>
                <a:spcPct val="100000"/>
              </a:lnSpc>
              <a:spcBef>
                <a:spcPts val="0"/>
              </a:spcBef>
              <a:spcAft>
                <a:spcPts val="0"/>
              </a:spcAft>
              <a:buNone/>
            </a:pPr>
            <a:r>
              <a:rPr lang="en-US" altLang="zh-CN" sz="1400" b="0" i="0" u="none" strike="noStrike" kern="0" cap="none" spc="0" baseline="0">
                <a:solidFill>
                  <a:srgbClr val="5A5A5A"/>
                </a:solidFill>
                <a:latin typeface="Arial" charset="0"/>
                <a:ea typeface="Arial" charset="0"/>
                <a:cs typeface="Arial" charset="0"/>
                <a:sym typeface="Arial" charset="0"/>
              </a:rPr>
              <a:t>19</a:t>
            </a:r>
            <a:endParaRPr lang="zh-CN" altLang="en-US" sz="1400" b="0" i="0" u="none" strike="noStrike" kern="0" cap="none" spc="0" baseline="0">
              <a:solidFill>
                <a:srgbClr val="5A5A5A"/>
              </a:solidFill>
              <a:latin typeface="Arial" charset="0"/>
              <a:ea typeface="Arial" charset="0"/>
              <a:cs typeface="Arial" charset="0"/>
              <a:sym typeface="Arial" charset="0"/>
            </a:endParaRPr>
          </a:p>
        </p:txBody>
      </p:sp>
      <p:sp>
        <p:nvSpPr>
          <p:cNvPr id="114" name="矩形"/>
          <p:cNvSpPr>
            <a:spLocks/>
          </p:cNvSpPr>
          <p:nvPr/>
        </p:nvSpPr>
        <p:spPr>
          <a:xfrm>
            <a:off x="502919" y="960120"/>
            <a:ext cx="5326380" cy="5532120"/>
          </a:xfrm>
          <a:prstGeom prst="rect">
            <a:avLst/>
          </a:prstGeom>
          <a:solidFill>
            <a:srgbClr val="F8F8F8"/>
          </a:solidFill>
          <a:ln w="12700" cap="flat" cmpd="sng">
            <a:solidFill>
              <a:srgbClr val="CDCDCD"/>
            </a:solidFill>
            <a:prstDash val="solid"/>
            <a:round/>
          </a:ln>
        </p:spPr>
        <p:txBody>
          <a:bodyPr vert="horz" wrap="square" lIns="164592" tIns="109728" rIns="164592" bIns="109728" anchor="t" anchorCtr="0">
            <a:prstTxWarp prst="textNoShape">
              <a:avLst/>
            </a:prstTxWarp>
          </a:bodyPr>
          <a:lstStyle/>
          <a:p>
            <a:pPr marL="0" indent="0" algn="l">
              <a:lnSpc>
                <a:spcPct val="100000"/>
              </a:lnSpc>
              <a:spcBef>
                <a:spcPts val="0"/>
              </a:spcBef>
              <a:spcAft>
                <a:spcPts val="0"/>
              </a:spcAft>
              <a:buNone/>
            </a:pPr>
            <a:r>
              <a:rPr lang="en-US" altLang="zh-CN" sz="1100" b="0" i="0" u="none" strike="noStrike" kern="0" cap="none" spc="0" baseline="0">
                <a:solidFill>
                  <a:srgbClr val="191919"/>
                </a:solidFill>
                <a:latin typeface="Consolas" charset="0"/>
                <a:ea typeface="Arial" charset="0"/>
                <a:cs typeface="Consolas" charset="0"/>
                <a:sym typeface="Arial" charset="0"/>
              </a:rPr>
              <a:t>XTrain, XTemp, yTrain, yTemp = train_test_split(</a:t>
            </a:r>
          </a:p>
          <a:p>
            <a:pPr marL="0" indent="0" algn="l">
              <a:lnSpc>
                <a:spcPct val="100000"/>
              </a:lnSpc>
              <a:spcBef>
                <a:spcPts val="0"/>
              </a:spcBef>
              <a:spcAft>
                <a:spcPts val="0"/>
              </a:spcAft>
              <a:buNone/>
            </a:pPr>
            <a:r>
              <a:rPr lang="en-US" altLang="zh-CN" sz="1100" b="0" i="0" u="none" strike="noStrike" kern="0" cap="none" spc="0" baseline="0">
                <a:solidFill>
                  <a:srgbClr val="191919"/>
                </a:solidFill>
                <a:latin typeface="Consolas" charset="0"/>
                <a:ea typeface="Arial" charset="0"/>
                <a:cs typeface="Consolas" charset="0"/>
                <a:sym typeface="Arial" charset="0"/>
              </a:rPr>
              <a:t>    X, y, test_size=0.30, random_state=42, stratify=y</a:t>
            </a:r>
          </a:p>
          <a:p>
            <a:pPr marL="0" indent="0" algn="l">
              <a:lnSpc>
                <a:spcPct val="100000"/>
              </a:lnSpc>
              <a:spcBef>
                <a:spcPts val="0"/>
              </a:spcBef>
              <a:spcAft>
                <a:spcPts val="0"/>
              </a:spcAft>
              <a:buNone/>
            </a:pPr>
            <a:r>
              <a:rPr lang="en-US" altLang="zh-CN" sz="1100" b="0" i="0" u="none" strike="noStrike" kern="0" cap="none" spc="0" baseline="0">
                <a:solidFill>
                  <a:srgbClr val="191919"/>
                </a:solidFill>
                <a:latin typeface="Consolas" charset="0"/>
                <a:ea typeface="Arial" charset="0"/>
                <a:cs typeface="Consolas" charset="0"/>
                <a:sym typeface="Arial" charset="0"/>
              </a:rPr>
              <a:t>)</a:t>
            </a:r>
          </a:p>
          <a:p>
            <a:pPr marL="0" indent="0" algn="l">
              <a:lnSpc>
                <a:spcPct val="100000"/>
              </a:lnSpc>
              <a:spcBef>
                <a:spcPts val="0"/>
              </a:spcBef>
              <a:spcAft>
                <a:spcPts val="0"/>
              </a:spcAft>
              <a:buNone/>
            </a:pPr>
            <a:endParaRPr lang="en-US" altLang="zh-CN" sz="1100" b="0" i="0" u="none" strike="noStrike" kern="0" cap="none" spc="0" baseline="0">
              <a:solidFill>
                <a:srgbClr val="000000"/>
              </a:solidFill>
              <a:latin typeface="Consolas" charset="0"/>
              <a:ea typeface="Arial" charset="0"/>
              <a:cs typeface="Arial" charset="0"/>
              <a:sym typeface="Arial" charset="0"/>
            </a:endParaRPr>
          </a:p>
          <a:p>
            <a:pPr marL="0" indent="0" algn="l">
              <a:lnSpc>
                <a:spcPct val="100000"/>
              </a:lnSpc>
              <a:spcBef>
                <a:spcPts val="0"/>
              </a:spcBef>
              <a:spcAft>
                <a:spcPts val="0"/>
              </a:spcAft>
              <a:buNone/>
            </a:pPr>
            <a:r>
              <a:rPr lang="en-US" altLang="zh-CN" sz="1100" b="0" i="0" u="none" strike="noStrike" kern="0" cap="none" spc="0" baseline="0">
                <a:solidFill>
                  <a:srgbClr val="191919"/>
                </a:solidFill>
                <a:latin typeface="Consolas" charset="0"/>
                <a:ea typeface="Arial" charset="0"/>
                <a:cs typeface="Consolas" charset="0"/>
                <a:sym typeface="Arial" charset="0"/>
              </a:rPr>
              <a:t>XValidation, XTest, yValidation, yTest = train_test_split(</a:t>
            </a:r>
          </a:p>
          <a:p>
            <a:pPr marL="0" indent="0" algn="l">
              <a:lnSpc>
                <a:spcPct val="100000"/>
              </a:lnSpc>
              <a:spcBef>
                <a:spcPts val="0"/>
              </a:spcBef>
              <a:spcAft>
                <a:spcPts val="0"/>
              </a:spcAft>
              <a:buNone/>
            </a:pPr>
            <a:r>
              <a:rPr lang="en-US" altLang="zh-CN" sz="1100" b="0" i="0" u="none" strike="noStrike" kern="0" cap="none" spc="0" baseline="0">
                <a:solidFill>
                  <a:srgbClr val="191919"/>
                </a:solidFill>
                <a:latin typeface="Consolas" charset="0"/>
                <a:ea typeface="Arial" charset="0"/>
                <a:cs typeface="Consolas" charset="0"/>
                <a:sym typeface="Arial" charset="0"/>
              </a:rPr>
              <a:t>    XTemp, yTemp, test_size=0.50,</a:t>
            </a:r>
          </a:p>
          <a:p>
            <a:pPr marL="0" indent="0" algn="l">
              <a:lnSpc>
                <a:spcPct val="100000"/>
              </a:lnSpc>
              <a:spcBef>
                <a:spcPts val="0"/>
              </a:spcBef>
              <a:spcAft>
                <a:spcPts val="0"/>
              </a:spcAft>
              <a:buNone/>
            </a:pPr>
            <a:r>
              <a:rPr lang="en-US" altLang="zh-CN" sz="1100" b="0" i="0" u="none" strike="noStrike" kern="0" cap="none" spc="0" baseline="0">
                <a:solidFill>
                  <a:srgbClr val="191919"/>
                </a:solidFill>
                <a:latin typeface="Consolas" charset="0"/>
                <a:ea typeface="Arial" charset="0"/>
                <a:cs typeface="Consolas" charset="0"/>
                <a:sym typeface="Arial" charset="0"/>
              </a:rPr>
              <a:t>    random_state=42, stratify=yTemp</a:t>
            </a:r>
          </a:p>
          <a:p>
            <a:pPr marL="0" indent="0" algn="l">
              <a:lnSpc>
                <a:spcPct val="100000"/>
              </a:lnSpc>
              <a:spcBef>
                <a:spcPts val="0"/>
              </a:spcBef>
              <a:spcAft>
                <a:spcPts val="0"/>
              </a:spcAft>
              <a:buNone/>
            </a:pPr>
            <a:r>
              <a:rPr lang="en-US" altLang="zh-CN" sz="1100" b="0" i="0" u="none" strike="noStrike" kern="0" cap="none" spc="0" baseline="0">
                <a:solidFill>
                  <a:srgbClr val="191919"/>
                </a:solidFill>
                <a:latin typeface="Consolas" charset="0"/>
                <a:ea typeface="Arial" charset="0"/>
                <a:cs typeface="Consolas" charset="0"/>
                <a:sym typeface="Arial" charset="0"/>
              </a:rPr>
              <a:t>)</a:t>
            </a:r>
          </a:p>
          <a:p>
            <a:pPr marL="0" indent="0" algn="l">
              <a:lnSpc>
                <a:spcPct val="100000"/>
              </a:lnSpc>
              <a:spcBef>
                <a:spcPts val="0"/>
              </a:spcBef>
              <a:spcAft>
                <a:spcPts val="0"/>
              </a:spcAft>
              <a:buNone/>
            </a:pPr>
            <a:endParaRPr lang="en-US" altLang="zh-CN" sz="1100" b="0" i="0" u="none" strike="noStrike" kern="0" cap="none" spc="0" baseline="0">
              <a:solidFill>
                <a:srgbClr val="000000"/>
              </a:solidFill>
              <a:latin typeface="Consolas" charset="0"/>
              <a:ea typeface="Arial" charset="0"/>
              <a:cs typeface="Arial" charset="0"/>
              <a:sym typeface="Arial" charset="0"/>
            </a:endParaRPr>
          </a:p>
          <a:p>
            <a:pPr marL="0" indent="0" algn="l">
              <a:lnSpc>
                <a:spcPct val="100000"/>
              </a:lnSpc>
              <a:spcBef>
                <a:spcPts val="0"/>
              </a:spcBef>
              <a:spcAft>
                <a:spcPts val="0"/>
              </a:spcAft>
              <a:buNone/>
            </a:pPr>
            <a:r>
              <a:rPr lang="en-US" altLang="zh-CN" sz="1100" b="0" i="0" u="none" strike="noStrike" kern="0" cap="none" spc="0" baseline="0">
                <a:solidFill>
                  <a:srgbClr val="191919"/>
                </a:solidFill>
                <a:latin typeface="Consolas" charset="0"/>
                <a:ea typeface="Arial" charset="0"/>
                <a:cs typeface="Consolas" charset="0"/>
                <a:sym typeface="Arial" charset="0"/>
              </a:rPr>
              <a:t>model = RandomForestClassifier(</a:t>
            </a:r>
          </a:p>
          <a:p>
            <a:pPr marL="0" indent="0" algn="l">
              <a:lnSpc>
                <a:spcPct val="100000"/>
              </a:lnSpc>
              <a:spcBef>
                <a:spcPts val="0"/>
              </a:spcBef>
              <a:spcAft>
                <a:spcPts val="0"/>
              </a:spcAft>
              <a:buNone/>
            </a:pPr>
            <a:r>
              <a:rPr lang="en-US" altLang="zh-CN" sz="1100" b="0" i="0" u="none" strike="noStrike" kern="0" cap="none" spc="0" baseline="0">
                <a:solidFill>
                  <a:srgbClr val="191919"/>
                </a:solidFill>
                <a:latin typeface="Consolas" charset="0"/>
                <a:ea typeface="Arial" charset="0"/>
                <a:cs typeface="Consolas" charset="0"/>
                <a:sym typeface="Arial" charset="0"/>
              </a:rPr>
              <a:t>    n_estimators=100,</a:t>
            </a:r>
          </a:p>
          <a:p>
            <a:pPr marL="0" indent="0" algn="l">
              <a:lnSpc>
                <a:spcPct val="100000"/>
              </a:lnSpc>
              <a:spcBef>
                <a:spcPts val="0"/>
              </a:spcBef>
              <a:spcAft>
                <a:spcPts val="0"/>
              </a:spcAft>
              <a:buNone/>
            </a:pPr>
            <a:r>
              <a:rPr lang="en-US" altLang="zh-CN" sz="1100" b="0" i="0" u="none" strike="noStrike" kern="0" cap="none" spc="0" baseline="0">
                <a:solidFill>
                  <a:srgbClr val="191919"/>
                </a:solidFill>
                <a:latin typeface="Consolas" charset="0"/>
                <a:ea typeface="Arial" charset="0"/>
                <a:cs typeface="Consolas" charset="0"/>
                <a:sym typeface="Arial" charset="0"/>
              </a:rPr>
              <a:t>    random_state=42</a:t>
            </a:r>
          </a:p>
          <a:p>
            <a:pPr marL="0" indent="0" algn="l">
              <a:lnSpc>
                <a:spcPct val="100000"/>
              </a:lnSpc>
              <a:spcBef>
                <a:spcPts val="0"/>
              </a:spcBef>
              <a:spcAft>
                <a:spcPts val="0"/>
              </a:spcAft>
              <a:buNone/>
            </a:pPr>
            <a:r>
              <a:rPr lang="en-US" altLang="zh-CN" sz="1100" b="0" i="0" u="none" strike="noStrike" kern="0" cap="none" spc="0" baseline="0">
                <a:solidFill>
                  <a:srgbClr val="191919"/>
                </a:solidFill>
                <a:latin typeface="Consolas" charset="0"/>
                <a:ea typeface="Arial" charset="0"/>
                <a:cs typeface="Consolas" charset="0"/>
                <a:sym typeface="Arial" charset="0"/>
              </a:rPr>
              <a:t>)</a:t>
            </a:r>
          </a:p>
          <a:p>
            <a:pPr marL="0" indent="0" algn="l">
              <a:lnSpc>
                <a:spcPct val="100000"/>
              </a:lnSpc>
              <a:spcBef>
                <a:spcPts val="0"/>
              </a:spcBef>
              <a:spcAft>
                <a:spcPts val="0"/>
              </a:spcAft>
              <a:buNone/>
            </a:pPr>
            <a:endParaRPr lang="en-US" altLang="zh-CN" sz="1100" b="0" i="0" u="none" strike="noStrike" kern="0" cap="none" spc="0" baseline="0">
              <a:solidFill>
                <a:srgbClr val="000000"/>
              </a:solidFill>
              <a:latin typeface="Consolas" charset="0"/>
              <a:ea typeface="Arial" charset="0"/>
              <a:cs typeface="Arial" charset="0"/>
              <a:sym typeface="Arial" charset="0"/>
            </a:endParaRPr>
          </a:p>
          <a:p>
            <a:pPr marL="0" indent="0" algn="l">
              <a:lnSpc>
                <a:spcPct val="100000"/>
              </a:lnSpc>
              <a:spcBef>
                <a:spcPts val="0"/>
              </a:spcBef>
              <a:spcAft>
                <a:spcPts val="0"/>
              </a:spcAft>
              <a:buNone/>
            </a:pPr>
            <a:r>
              <a:rPr lang="en-US" altLang="zh-CN" sz="1100" b="0" i="0" u="none" strike="noStrike" kern="0" cap="none" spc="0" baseline="0">
                <a:solidFill>
                  <a:srgbClr val="6A737D"/>
                </a:solidFill>
                <a:latin typeface="Consolas" charset="0"/>
                <a:ea typeface="Arial" charset="0"/>
                <a:cs typeface="Consolas" charset="0"/>
                <a:sym typeface="Arial" charset="0"/>
              </a:rPr>
              <a:t># Train the model</a:t>
            </a:r>
          </a:p>
          <a:p>
            <a:pPr marL="0" indent="0" algn="l">
              <a:lnSpc>
                <a:spcPct val="100000"/>
              </a:lnSpc>
              <a:spcBef>
                <a:spcPts val="0"/>
              </a:spcBef>
              <a:spcAft>
                <a:spcPts val="0"/>
              </a:spcAft>
              <a:buNone/>
            </a:pPr>
            <a:r>
              <a:rPr lang="en-US" altLang="zh-CN" sz="1100" b="0" i="0" u="none" strike="noStrike" kern="0" cap="none" spc="0" baseline="0">
                <a:solidFill>
                  <a:srgbClr val="191919"/>
                </a:solidFill>
                <a:latin typeface="Consolas" charset="0"/>
                <a:ea typeface="Arial" charset="0"/>
                <a:cs typeface="Consolas" charset="0"/>
                <a:sym typeface="Arial" charset="0"/>
              </a:rPr>
              <a:t>model.fit(XTrain, yTrain)</a:t>
            </a:r>
          </a:p>
          <a:p>
            <a:pPr marL="0" indent="0" algn="l">
              <a:lnSpc>
                <a:spcPct val="100000"/>
              </a:lnSpc>
              <a:spcBef>
                <a:spcPts val="0"/>
              </a:spcBef>
              <a:spcAft>
                <a:spcPts val="0"/>
              </a:spcAft>
              <a:buNone/>
            </a:pPr>
            <a:endParaRPr lang="en-US" altLang="zh-CN" sz="1100" b="0" i="0" u="none" strike="noStrike" kern="0" cap="none" spc="0" baseline="0">
              <a:solidFill>
                <a:srgbClr val="000000"/>
              </a:solidFill>
              <a:latin typeface="Consolas" charset="0"/>
              <a:ea typeface="Arial" charset="0"/>
              <a:cs typeface="Arial" charset="0"/>
              <a:sym typeface="Arial" charset="0"/>
            </a:endParaRPr>
          </a:p>
          <a:p>
            <a:pPr marL="0" indent="0" algn="l">
              <a:lnSpc>
                <a:spcPct val="100000"/>
              </a:lnSpc>
              <a:spcBef>
                <a:spcPts val="0"/>
              </a:spcBef>
              <a:spcAft>
                <a:spcPts val="0"/>
              </a:spcAft>
              <a:buNone/>
            </a:pPr>
            <a:r>
              <a:rPr lang="en-US" altLang="zh-CN" sz="1100" b="0" i="0" u="none" strike="noStrike" kern="0" cap="none" spc="0" baseline="0">
                <a:solidFill>
                  <a:srgbClr val="191919"/>
                </a:solidFill>
                <a:latin typeface="Consolas" charset="0"/>
                <a:ea typeface="Arial" charset="0"/>
                <a:cs typeface="Consolas" charset="0"/>
                <a:sym typeface="Arial" charset="0"/>
              </a:rPr>
              <a:t>validation_predictions = model.predict(XValidation)</a:t>
            </a:r>
          </a:p>
          <a:p>
            <a:pPr marL="0" indent="0" algn="l">
              <a:lnSpc>
                <a:spcPct val="100000"/>
              </a:lnSpc>
              <a:spcBef>
                <a:spcPts val="0"/>
              </a:spcBef>
              <a:spcAft>
                <a:spcPts val="0"/>
              </a:spcAft>
              <a:buNone/>
            </a:pPr>
            <a:r>
              <a:rPr lang="en-US" altLang="zh-CN" sz="1100" b="0" i="0" u="none" strike="noStrike" kern="0" cap="none" spc="0" baseline="0">
                <a:solidFill>
                  <a:srgbClr val="191919"/>
                </a:solidFill>
                <a:latin typeface="Consolas" charset="0"/>
                <a:ea typeface="Arial" charset="0"/>
                <a:cs typeface="Consolas" charset="0"/>
                <a:sym typeface="Arial" charset="0"/>
              </a:rPr>
              <a:t>validation_accuracy = accuracy_score(</a:t>
            </a:r>
          </a:p>
          <a:p>
            <a:pPr marL="0" indent="0" algn="l">
              <a:lnSpc>
                <a:spcPct val="100000"/>
              </a:lnSpc>
              <a:spcBef>
                <a:spcPts val="0"/>
              </a:spcBef>
              <a:spcAft>
                <a:spcPts val="0"/>
              </a:spcAft>
              <a:buNone/>
            </a:pPr>
            <a:r>
              <a:rPr lang="en-US" altLang="zh-CN" sz="1100" b="0" i="0" u="none" strike="noStrike" kern="0" cap="none" spc="0" baseline="0">
                <a:solidFill>
                  <a:srgbClr val="191919"/>
                </a:solidFill>
                <a:latin typeface="Consolas" charset="0"/>
                <a:ea typeface="Arial" charset="0"/>
                <a:cs typeface="Consolas" charset="0"/>
                <a:sym typeface="Arial" charset="0"/>
              </a:rPr>
              <a:t>    yValidation, validation_predictions</a:t>
            </a:r>
          </a:p>
          <a:p>
            <a:pPr marL="0" indent="0" algn="l">
              <a:lnSpc>
                <a:spcPct val="100000"/>
              </a:lnSpc>
              <a:spcBef>
                <a:spcPts val="0"/>
              </a:spcBef>
              <a:spcAft>
                <a:spcPts val="0"/>
              </a:spcAft>
              <a:buNone/>
            </a:pPr>
            <a:r>
              <a:rPr lang="en-US" altLang="zh-CN" sz="1100" b="0" i="0" u="none" strike="noStrike" kern="0" cap="none" spc="0" baseline="0">
                <a:solidFill>
                  <a:srgbClr val="191919"/>
                </a:solidFill>
                <a:latin typeface="Consolas" charset="0"/>
                <a:ea typeface="Arial" charset="0"/>
                <a:cs typeface="Consolas" charset="0"/>
                <a:sym typeface="Arial" charset="0"/>
              </a:rPr>
              <a:t>)</a:t>
            </a:r>
          </a:p>
          <a:p>
            <a:pPr marL="0" indent="0" algn="l">
              <a:lnSpc>
                <a:spcPct val="100000"/>
              </a:lnSpc>
              <a:spcBef>
                <a:spcPts val="0"/>
              </a:spcBef>
              <a:spcAft>
                <a:spcPts val="0"/>
              </a:spcAft>
              <a:buNone/>
            </a:pPr>
            <a:endParaRPr lang="en-US" altLang="zh-CN" sz="1100" b="0" i="0" u="none" strike="noStrike" kern="0" cap="none" spc="0" baseline="0">
              <a:solidFill>
                <a:srgbClr val="000000"/>
              </a:solidFill>
              <a:latin typeface="Consolas" charset="0"/>
              <a:ea typeface="Arial" charset="0"/>
              <a:cs typeface="Arial" charset="0"/>
              <a:sym typeface="Arial" charset="0"/>
            </a:endParaRPr>
          </a:p>
          <a:p>
            <a:pPr marL="0" indent="0" algn="l">
              <a:lnSpc>
                <a:spcPct val="100000"/>
              </a:lnSpc>
              <a:spcBef>
                <a:spcPts val="0"/>
              </a:spcBef>
              <a:spcAft>
                <a:spcPts val="0"/>
              </a:spcAft>
              <a:buNone/>
            </a:pPr>
            <a:r>
              <a:rPr lang="en-US" altLang="zh-CN" sz="1100" b="0" i="0" u="none" strike="noStrike" kern="0" cap="none" spc="0" baseline="0">
                <a:solidFill>
                  <a:srgbClr val="191919"/>
                </a:solidFill>
                <a:latin typeface="Consolas" charset="0"/>
                <a:ea typeface="Arial" charset="0"/>
                <a:cs typeface="Consolas" charset="0"/>
                <a:sym typeface="Arial" charset="0"/>
              </a:rPr>
              <a:t>predictions = model.predict(XTest)</a:t>
            </a:r>
          </a:p>
          <a:p>
            <a:pPr marL="0" indent="0" algn="l">
              <a:lnSpc>
                <a:spcPct val="100000"/>
              </a:lnSpc>
              <a:spcBef>
                <a:spcPts val="0"/>
              </a:spcBef>
              <a:spcAft>
                <a:spcPts val="0"/>
              </a:spcAft>
              <a:buNone/>
            </a:pPr>
            <a:r>
              <a:rPr lang="en-US" altLang="zh-CN" sz="1100" b="0" i="0" u="none" strike="noStrike" kern="0" cap="none" spc="0" baseline="0">
                <a:solidFill>
                  <a:srgbClr val="191919"/>
                </a:solidFill>
                <a:latin typeface="Consolas" charset="0"/>
                <a:ea typeface="Arial" charset="0"/>
                <a:cs typeface="Consolas" charset="0"/>
                <a:sym typeface="Arial" charset="0"/>
              </a:rPr>
              <a:t>accuracy = accuracy_score(yTest, predictions)</a:t>
            </a:r>
          </a:p>
          <a:p>
            <a:pPr marL="0" indent="0" algn="l">
              <a:lnSpc>
                <a:spcPct val="100000"/>
              </a:lnSpc>
              <a:spcBef>
                <a:spcPts val="0"/>
              </a:spcBef>
              <a:spcAft>
                <a:spcPts val="0"/>
              </a:spcAft>
              <a:buNone/>
            </a:pPr>
            <a:endParaRPr lang="en-US" altLang="zh-CN" sz="1100" b="0" i="0" u="none" strike="noStrike" kern="0" cap="none" spc="0" baseline="0">
              <a:solidFill>
                <a:srgbClr val="000000"/>
              </a:solidFill>
              <a:latin typeface="Consolas" charset="0"/>
              <a:ea typeface="Arial" charset="0"/>
              <a:cs typeface="Arial" charset="0"/>
              <a:sym typeface="Arial" charset="0"/>
            </a:endParaRPr>
          </a:p>
          <a:p>
            <a:pPr marL="0" indent="0" algn="l">
              <a:lnSpc>
                <a:spcPct val="100000"/>
              </a:lnSpc>
              <a:spcBef>
                <a:spcPts val="0"/>
              </a:spcBef>
              <a:spcAft>
                <a:spcPts val="0"/>
              </a:spcAft>
              <a:buNone/>
            </a:pPr>
            <a:r>
              <a:rPr lang="en-US" altLang="zh-CN" sz="1100" b="0" i="0" u="none" strike="noStrike" kern="0" cap="none" spc="0" baseline="0">
                <a:solidFill>
                  <a:srgbClr val="191919"/>
                </a:solidFill>
                <a:latin typeface="Consolas" charset="0"/>
                <a:ea typeface="Arial" charset="0"/>
                <a:cs typeface="Consolas" charset="0"/>
                <a:sym typeface="Arial" charset="0"/>
              </a:rPr>
              <a:t>print("SMART PARKING AVAILABILITY SYSTEM")</a:t>
            </a:r>
          </a:p>
          <a:p>
            <a:pPr marL="0" indent="0" algn="l">
              <a:lnSpc>
                <a:spcPct val="100000"/>
              </a:lnSpc>
              <a:spcBef>
                <a:spcPts val="0"/>
              </a:spcBef>
              <a:spcAft>
                <a:spcPts val="0"/>
              </a:spcAft>
              <a:buNone/>
            </a:pPr>
            <a:r>
              <a:rPr lang="en-US" altLang="zh-CN" sz="1100" b="0" i="0" u="none" strike="noStrike" kern="0" cap="none" spc="0" baseline="0">
                <a:solidFill>
                  <a:srgbClr val="191919"/>
                </a:solidFill>
                <a:latin typeface="Consolas" charset="0"/>
                <a:ea typeface="Arial" charset="0"/>
                <a:cs typeface="Consolas" charset="0"/>
                <a:sym typeface="Arial" charset="0"/>
              </a:rPr>
              <a:t>print("---------------------------------")</a:t>
            </a:r>
          </a:p>
          <a:p>
            <a:pPr marL="0" indent="0" algn="l">
              <a:lnSpc>
                <a:spcPct val="100000"/>
              </a:lnSpc>
              <a:spcBef>
                <a:spcPts val="0"/>
              </a:spcBef>
              <a:spcAft>
                <a:spcPts val="0"/>
              </a:spcAft>
              <a:buNone/>
            </a:pPr>
            <a:r>
              <a:rPr lang="en-US" altLang="zh-CN" sz="1100" b="0" i="0" u="none" strike="noStrike" kern="0" cap="none" spc="0" baseline="0">
                <a:solidFill>
                  <a:srgbClr val="191919"/>
                </a:solidFill>
                <a:latin typeface="Consolas" charset="0"/>
                <a:ea typeface="Arial" charset="0"/>
                <a:cs typeface="Consolas" charset="0"/>
                <a:sym typeface="Arial" charset="0"/>
              </a:rPr>
              <a:t>print("Total records:", len(data))</a:t>
            </a:r>
          </a:p>
          <a:p>
            <a:pPr marL="0" indent="0" algn="l">
              <a:lnSpc>
                <a:spcPct val="100000"/>
              </a:lnSpc>
              <a:spcBef>
                <a:spcPts val="0"/>
              </a:spcBef>
              <a:spcAft>
                <a:spcPts val="0"/>
              </a:spcAft>
              <a:buNone/>
            </a:pPr>
            <a:r>
              <a:rPr lang="en-US" altLang="zh-CN" sz="1100" b="0" i="0" u="none" strike="noStrike" kern="0" cap="none" spc="0" baseline="0">
                <a:solidFill>
                  <a:srgbClr val="191919"/>
                </a:solidFill>
                <a:latin typeface="Consolas" charset="0"/>
                <a:ea typeface="Arial" charset="0"/>
                <a:cs typeface="Consolas" charset="0"/>
                <a:sym typeface="Arial" charset="0"/>
              </a:rPr>
              <a:t>print("Training records:", len(XTrain))</a:t>
            </a:r>
          </a:p>
          <a:p>
            <a:pPr marL="0" indent="0" algn="l">
              <a:lnSpc>
                <a:spcPct val="100000"/>
              </a:lnSpc>
              <a:spcBef>
                <a:spcPts val="0"/>
              </a:spcBef>
              <a:spcAft>
                <a:spcPts val="0"/>
              </a:spcAft>
              <a:buNone/>
            </a:pPr>
            <a:r>
              <a:rPr lang="en-US" altLang="zh-CN" sz="1100" b="0" i="0" u="none" strike="noStrike" kern="0" cap="none" spc="0" baseline="0">
                <a:solidFill>
                  <a:srgbClr val="191919"/>
                </a:solidFill>
                <a:latin typeface="Consolas" charset="0"/>
                <a:ea typeface="Arial" charset="0"/>
                <a:cs typeface="Consolas" charset="0"/>
                <a:sym typeface="Arial" charset="0"/>
              </a:rPr>
              <a:t>print("Validation records:", len(XValidation))</a:t>
            </a:r>
          </a:p>
          <a:p>
            <a:pPr marL="0" indent="0" algn="l">
              <a:lnSpc>
                <a:spcPct val="100000"/>
              </a:lnSpc>
              <a:spcBef>
                <a:spcPts val="0"/>
              </a:spcBef>
              <a:spcAft>
                <a:spcPts val="0"/>
              </a:spcAft>
              <a:buNone/>
            </a:pPr>
            <a:r>
              <a:rPr lang="en-US" altLang="zh-CN" sz="1100" b="0" i="0" u="none" strike="noStrike" kern="0" cap="none" spc="0" baseline="0">
                <a:solidFill>
                  <a:srgbClr val="191919"/>
                </a:solidFill>
                <a:latin typeface="Consolas" charset="0"/>
                <a:ea typeface="Arial" charset="0"/>
                <a:cs typeface="Consolas" charset="0"/>
                <a:sym typeface="Arial" charset="0"/>
              </a:rPr>
              <a:t>print("Testing records:", len(XTest))</a:t>
            </a:r>
            <a:endParaRPr lang="zh-CN" altLang="en-US" sz="1100" b="0" i="0" u="none" strike="noStrike" kern="0" cap="none" spc="0" baseline="0">
              <a:solidFill>
                <a:srgbClr val="191919"/>
              </a:solidFill>
              <a:latin typeface="Consolas" charset="0"/>
              <a:ea typeface="Arial" charset="0"/>
              <a:cs typeface="Consolas" charset="0"/>
              <a:sym typeface="Arial" charset="0"/>
            </a:endParaRPr>
          </a:p>
        </p:txBody>
      </p:sp>
      <p:sp>
        <p:nvSpPr>
          <p:cNvPr id="115" name="矩形"/>
          <p:cNvSpPr>
            <a:spLocks/>
          </p:cNvSpPr>
          <p:nvPr/>
        </p:nvSpPr>
        <p:spPr>
          <a:xfrm>
            <a:off x="6012180" y="960120"/>
            <a:ext cx="5326380" cy="5532120"/>
          </a:xfrm>
          <a:prstGeom prst="rect">
            <a:avLst/>
          </a:prstGeom>
          <a:solidFill>
            <a:srgbClr val="F8F8F8"/>
          </a:solidFill>
          <a:ln w="12700" cap="flat" cmpd="sng">
            <a:solidFill>
              <a:srgbClr val="CDCDCD"/>
            </a:solidFill>
            <a:prstDash val="solid"/>
            <a:round/>
          </a:ln>
        </p:spPr>
        <p:txBody>
          <a:bodyPr vert="horz" wrap="square" lIns="164592" tIns="109728" rIns="164592" bIns="109728" anchor="t" anchorCtr="0">
            <a:prstTxWarp prst="textNoShape">
              <a:avLst/>
            </a:prstTxWarp>
          </a:bodyPr>
          <a:lstStyle/>
          <a:p>
            <a:pPr marL="0" indent="0" algn="l">
              <a:lnSpc>
                <a:spcPct val="100000"/>
              </a:lnSpc>
              <a:spcBef>
                <a:spcPts val="0"/>
              </a:spcBef>
              <a:spcAft>
                <a:spcPts val="0"/>
              </a:spcAft>
              <a:buNone/>
            </a:pPr>
            <a:r>
              <a:rPr lang="en-US" altLang="zh-CN" sz="1100" b="0" i="0" u="none" strike="noStrike" kern="0" cap="none" spc="0" baseline="0">
                <a:solidFill>
                  <a:srgbClr val="191919"/>
                </a:solidFill>
                <a:latin typeface="Consolas" charset="0"/>
                <a:ea typeface="Arial" charset="0"/>
                <a:cs typeface="Consolas" charset="0"/>
                <a:sym typeface="Arial" charset="0"/>
              </a:rPr>
              <a:t>print("\nData Split:")</a:t>
            </a:r>
          </a:p>
          <a:p>
            <a:pPr marL="0" indent="0" algn="l">
              <a:lnSpc>
                <a:spcPct val="100000"/>
              </a:lnSpc>
              <a:spcBef>
                <a:spcPts val="0"/>
              </a:spcBef>
              <a:spcAft>
                <a:spcPts val="0"/>
              </a:spcAft>
              <a:buNone/>
            </a:pPr>
            <a:r>
              <a:rPr lang="en-US" altLang="zh-CN" sz="1100" b="0" i="0" u="none" strike="noStrike" kern="0" cap="none" spc="0" baseline="0">
                <a:solidFill>
                  <a:srgbClr val="191919"/>
                </a:solidFill>
                <a:latin typeface="Consolas" charset="0"/>
                <a:ea typeface="Arial" charset="0"/>
                <a:cs typeface="Consolas" charset="0"/>
                <a:sym typeface="Arial" charset="0"/>
              </a:rPr>
              <a:t>print("Training   : 70%")</a:t>
            </a:r>
          </a:p>
          <a:p>
            <a:pPr marL="0" indent="0" algn="l">
              <a:lnSpc>
                <a:spcPct val="100000"/>
              </a:lnSpc>
              <a:spcBef>
                <a:spcPts val="0"/>
              </a:spcBef>
              <a:spcAft>
                <a:spcPts val="0"/>
              </a:spcAft>
              <a:buNone/>
            </a:pPr>
            <a:r>
              <a:rPr lang="en-US" altLang="zh-CN" sz="1100" b="0" i="0" u="none" strike="noStrike" kern="0" cap="none" spc="0" baseline="0">
                <a:solidFill>
                  <a:srgbClr val="191919"/>
                </a:solidFill>
                <a:latin typeface="Consolas" charset="0"/>
                <a:ea typeface="Arial" charset="0"/>
                <a:cs typeface="Consolas" charset="0"/>
                <a:sym typeface="Arial" charset="0"/>
              </a:rPr>
              <a:t>print("Validation : 15%")</a:t>
            </a:r>
          </a:p>
          <a:p>
            <a:pPr marL="0" indent="0" algn="l">
              <a:lnSpc>
                <a:spcPct val="100000"/>
              </a:lnSpc>
              <a:spcBef>
                <a:spcPts val="0"/>
              </a:spcBef>
              <a:spcAft>
                <a:spcPts val="0"/>
              </a:spcAft>
              <a:buNone/>
            </a:pPr>
            <a:r>
              <a:rPr lang="en-US" altLang="zh-CN" sz="1100" b="0" i="0" u="none" strike="noStrike" kern="0" cap="none" spc="0" baseline="0">
                <a:solidFill>
                  <a:srgbClr val="191919"/>
                </a:solidFill>
                <a:latin typeface="Consolas" charset="0"/>
                <a:ea typeface="Arial" charset="0"/>
                <a:cs typeface="Consolas" charset="0"/>
                <a:sym typeface="Arial" charset="0"/>
              </a:rPr>
              <a:t>print("Testing    : 15%")</a:t>
            </a:r>
          </a:p>
          <a:p>
            <a:pPr marL="0" indent="0" algn="l">
              <a:lnSpc>
                <a:spcPct val="100000"/>
              </a:lnSpc>
              <a:spcBef>
                <a:spcPts val="0"/>
              </a:spcBef>
              <a:spcAft>
                <a:spcPts val="0"/>
              </a:spcAft>
              <a:buNone/>
            </a:pPr>
            <a:endParaRPr lang="en-US" altLang="zh-CN" sz="1100" b="0" i="0" u="none" strike="noStrike" kern="0" cap="none" spc="0" baseline="0">
              <a:solidFill>
                <a:srgbClr val="000000"/>
              </a:solidFill>
              <a:latin typeface="Consolas" charset="0"/>
              <a:ea typeface="Arial" charset="0"/>
              <a:cs typeface="Arial" charset="0"/>
              <a:sym typeface="Arial" charset="0"/>
            </a:endParaRPr>
          </a:p>
          <a:p>
            <a:pPr marL="0" indent="0" algn="l">
              <a:lnSpc>
                <a:spcPct val="100000"/>
              </a:lnSpc>
              <a:spcBef>
                <a:spcPts val="0"/>
              </a:spcBef>
              <a:spcAft>
                <a:spcPts val="0"/>
              </a:spcAft>
              <a:buNone/>
            </a:pPr>
            <a:r>
              <a:rPr lang="en-US" altLang="zh-CN" sz="1100" b="0" i="0" u="none" strike="noStrike" kern="0" cap="none" spc="0" baseline="0">
                <a:solidFill>
                  <a:srgbClr val="191919"/>
                </a:solidFill>
                <a:latin typeface="Consolas" charset="0"/>
                <a:ea typeface="Arial" charset="0"/>
                <a:cs typeface="Consolas" charset="0"/>
                <a:sym typeface="Arial" charset="0"/>
              </a:rPr>
              <a:t>print("\nValidation Accuracy:",</a:t>
            </a:r>
          </a:p>
          <a:p>
            <a:pPr marL="0" indent="0" algn="l">
              <a:lnSpc>
                <a:spcPct val="100000"/>
              </a:lnSpc>
              <a:spcBef>
                <a:spcPts val="0"/>
              </a:spcBef>
              <a:spcAft>
                <a:spcPts val="0"/>
              </a:spcAft>
              <a:buNone/>
            </a:pPr>
            <a:r>
              <a:rPr lang="en-US" altLang="zh-CN" sz="1100" b="0" i="0" u="none" strike="noStrike" kern="0" cap="none" spc="0" baseline="0">
                <a:solidFill>
                  <a:srgbClr val="191919"/>
                </a:solidFill>
                <a:latin typeface="Consolas" charset="0"/>
                <a:ea typeface="Arial" charset="0"/>
                <a:cs typeface="Consolas" charset="0"/>
                <a:sym typeface="Arial" charset="0"/>
              </a:rPr>
              <a:t>      round(validation_accuracy * 100, 2), "%")</a:t>
            </a:r>
          </a:p>
          <a:p>
            <a:pPr marL="0" indent="0" algn="l">
              <a:lnSpc>
                <a:spcPct val="100000"/>
              </a:lnSpc>
              <a:spcBef>
                <a:spcPts val="0"/>
              </a:spcBef>
              <a:spcAft>
                <a:spcPts val="0"/>
              </a:spcAft>
              <a:buNone/>
            </a:pPr>
            <a:r>
              <a:rPr lang="en-US" altLang="zh-CN" sz="1100" b="0" i="0" u="none" strike="noStrike" kern="0" cap="none" spc="0" baseline="0">
                <a:solidFill>
                  <a:srgbClr val="191919"/>
                </a:solidFill>
                <a:latin typeface="Consolas" charset="0"/>
                <a:ea typeface="Arial" charset="0"/>
                <a:cs typeface="Consolas" charset="0"/>
                <a:sym typeface="Arial" charset="0"/>
              </a:rPr>
              <a:t>print("Testing Accuracy:",</a:t>
            </a:r>
          </a:p>
          <a:p>
            <a:pPr marL="0" indent="0" algn="l">
              <a:lnSpc>
                <a:spcPct val="100000"/>
              </a:lnSpc>
              <a:spcBef>
                <a:spcPts val="0"/>
              </a:spcBef>
              <a:spcAft>
                <a:spcPts val="0"/>
              </a:spcAft>
              <a:buNone/>
            </a:pPr>
            <a:r>
              <a:rPr lang="en-US" altLang="zh-CN" sz="1100" b="0" i="0" u="none" strike="noStrike" kern="0" cap="none" spc="0" baseline="0">
                <a:solidFill>
                  <a:srgbClr val="191919"/>
                </a:solidFill>
                <a:latin typeface="Consolas" charset="0"/>
                <a:ea typeface="Arial" charset="0"/>
                <a:cs typeface="Consolas" charset="0"/>
                <a:sym typeface="Arial" charset="0"/>
              </a:rPr>
              <a:t>      round(accuracy * 100, 2), "%")</a:t>
            </a:r>
          </a:p>
          <a:p>
            <a:pPr marL="0" indent="0" algn="l">
              <a:lnSpc>
                <a:spcPct val="100000"/>
              </a:lnSpc>
              <a:spcBef>
                <a:spcPts val="0"/>
              </a:spcBef>
              <a:spcAft>
                <a:spcPts val="0"/>
              </a:spcAft>
              <a:buNone/>
            </a:pPr>
            <a:endParaRPr lang="en-US" altLang="zh-CN" sz="1100" b="0" i="0" u="none" strike="noStrike" kern="0" cap="none" spc="0" baseline="0">
              <a:solidFill>
                <a:srgbClr val="000000"/>
              </a:solidFill>
              <a:latin typeface="Consolas" charset="0"/>
              <a:ea typeface="Arial" charset="0"/>
              <a:cs typeface="Arial" charset="0"/>
              <a:sym typeface="Arial" charset="0"/>
            </a:endParaRPr>
          </a:p>
          <a:p>
            <a:pPr marL="0" indent="0" algn="l">
              <a:lnSpc>
                <a:spcPct val="100000"/>
              </a:lnSpc>
              <a:spcBef>
                <a:spcPts val="0"/>
              </a:spcBef>
              <a:spcAft>
                <a:spcPts val="0"/>
              </a:spcAft>
              <a:buNone/>
            </a:pPr>
            <a:r>
              <a:rPr lang="en-US" altLang="zh-CN" sz="1100" b="0" i="0" u="none" strike="noStrike" kern="0" cap="none" spc="0" baseline="0">
                <a:solidFill>
                  <a:srgbClr val="191919"/>
                </a:solidFill>
                <a:latin typeface="Consolas" charset="0"/>
                <a:ea typeface="Arial" charset="0"/>
                <a:cs typeface="Consolas" charset="0"/>
                <a:sym typeface="Arial" charset="0"/>
              </a:rPr>
              <a:t>print("\nClassification Report:")</a:t>
            </a:r>
          </a:p>
          <a:p>
            <a:pPr marL="0" indent="0" algn="l">
              <a:lnSpc>
                <a:spcPct val="100000"/>
              </a:lnSpc>
              <a:spcBef>
                <a:spcPts val="0"/>
              </a:spcBef>
              <a:spcAft>
                <a:spcPts val="0"/>
              </a:spcAft>
              <a:buNone/>
            </a:pPr>
            <a:r>
              <a:rPr lang="en-US" altLang="zh-CN" sz="1100" b="0" i="0" u="none" strike="noStrike" kern="0" cap="none" spc="0" baseline="0">
                <a:solidFill>
                  <a:srgbClr val="191919"/>
                </a:solidFill>
                <a:latin typeface="Consolas" charset="0"/>
                <a:ea typeface="Arial" charset="0"/>
                <a:cs typeface="Consolas" charset="0"/>
                <a:sym typeface="Arial" charset="0"/>
              </a:rPr>
              <a:t>print(classification_report(</a:t>
            </a:r>
          </a:p>
          <a:p>
            <a:pPr marL="0" indent="0" algn="l">
              <a:lnSpc>
                <a:spcPct val="100000"/>
              </a:lnSpc>
              <a:spcBef>
                <a:spcPts val="0"/>
              </a:spcBef>
              <a:spcAft>
                <a:spcPts val="0"/>
              </a:spcAft>
              <a:buNone/>
            </a:pPr>
            <a:r>
              <a:rPr lang="en-US" altLang="zh-CN" sz="1100" b="0" i="0" u="none" strike="noStrike" kern="0" cap="none" spc="0" baseline="0">
                <a:solidFill>
                  <a:srgbClr val="191919"/>
                </a:solidFill>
                <a:latin typeface="Consolas" charset="0"/>
                <a:ea typeface="Arial" charset="0"/>
                <a:cs typeface="Consolas" charset="0"/>
                <a:sym typeface="Arial" charset="0"/>
              </a:rPr>
              <a:t>    yTest, predictions,</a:t>
            </a:r>
          </a:p>
          <a:p>
            <a:pPr marL="0" indent="0" algn="l">
              <a:lnSpc>
                <a:spcPct val="100000"/>
              </a:lnSpc>
              <a:spcBef>
                <a:spcPts val="0"/>
              </a:spcBef>
              <a:spcAft>
                <a:spcPts val="0"/>
              </a:spcAft>
              <a:buNone/>
            </a:pPr>
            <a:r>
              <a:rPr lang="en-US" altLang="zh-CN" sz="1100" b="0" i="0" u="none" strike="noStrike" kern="0" cap="none" spc="0" baseline="0">
                <a:solidFill>
                  <a:srgbClr val="191919"/>
                </a:solidFill>
                <a:latin typeface="Consolas" charset="0"/>
                <a:ea typeface="Arial" charset="0"/>
                <a:cs typeface="Consolas" charset="0"/>
                <a:sym typeface="Arial" charset="0"/>
              </a:rPr>
              <a:t>    target_names=["AVAILABLE", "OCCUPIED"],</a:t>
            </a:r>
          </a:p>
          <a:p>
            <a:pPr marL="0" indent="0" algn="l">
              <a:lnSpc>
                <a:spcPct val="100000"/>
              </a:lnSpc>
              <a:spcBef>
                <a:spcPts val="0"/>
              </a:spcBef>
              <a:spcAft>
                <a:spcPts val="0"/>
              </a:spcAft>
              <a:buNone/>
            </a:pPr>
            <a:r>
              <a:rPr lang="en-US" altLang="zh-CN" sz="1100" b="0" i="0" u="none" strike="noStrike" kern="0" cap="none" spc="0" baseline="0">
                <a:solidFill>
                  <a:srgbClr val="191919"/>
                </a:solidFill>
                <a:latin typeface="Consolas" charset="0"/>
                <a:ea typeface="Arial" charset="0"/>
                <a:cs typeface="Consolas" charset="0"/>
                <a:sym typeface="Arial" charset="0"/>
              </a:rPr>
              <a:t>    zero_division=0</a:t>
            </a:r>
          </a:p>
          <a:p>
            <a:pPr marL="0" indent="0" algn="l">
              <a:lnSpc>
                <a:spcPct val="100000"/>
              </a:lnSpc>
              <a:spcBef>
                <a:spcPts val="0"/>
              </a:spcBef>
              <a:spcAft>
                <a:spcPts val="0"/>
              </a:spcAft>
              <a:buNone/>
            </a:pPr>
            <a:r>
              <a:rPr lang="en-US" altLang="zh-CN" sz="1100" b="0" i="0" u="none" strike="noStrike" kern="0" cap="none" spc="0" baseline="0">
                <a:solidFill>
                  <a:srgbClr val="191919"/>
                </a:solidFill>
                <a:latin typeface="Consolas" charset="0"/>
                <a:ea typeface="Arial" charset="0"/>
                <a:cs typeface="Consolas" charset="0"/>
                <a:sym typeface="Arial" charset="0"/>
              </a:rPr>
              <a:t>))</a:t>
            </a:r>
          </a:p>
          <a:p>
            <a:pPr marL="0" indent="0" algn="l">
              <a:lnSpc>
                <a:spcPct val="100000"/>
              </a:lnSpc>
              <a:spcBef>
                <a:spcPts val="0"/>
              </a:spcBef>
              <a:spcAft>
                <a:spcPts val="0"/>
              </a:spcAft>
              <a:buNone/>
            </a:pPr>
            <a:endParaRPr lang="en-US" altLang="zh-CN" sz="1100" b="0" i="0" u="none" strike="noStrike" kern="0" cap="none" spc="0" baseline="0">
              <a:solidFill>
                <a:srgbClr val="000000"/>
              </a:solidFill>
              <a:latin typeface="Consolas" charset="0"/>
              <a:ea typeface="Arial" charset="0"/>
              <a:cs typeface="Arial" charset="0"/>
              <a:sym typeface="Arial" charset="0"/>
            </a:endParaRPr>
          </a:p>
          <a:p>
            <a:pPr marL="0" indent="0" algn="l">
              <a:lnSpc>
                <a:spcPct val="100000"/>
              </a:lnSpc>
              <a:spcBef>
                <a:spcPts val="0"/>
              </a:spcBef>
              <a:spcAft>
                <a:spcPts val="0"/>
              </a:spcAft>
              <a:buNone/>
            </a:pPr>
            <a:r>
              <a:rPr lang="en-US" altLang="zh-CN" sz="1100" b="0" i="0" u="none" strike="noStrike" kern="0" cap="none" spc="0" baseline="0">
                <a:solidFill>
                  <a:srgbClr val="191919"/>
                </a:solidFill>
                <a:latin typeface="Consolas" charset="0"/>
                <a:ea typeface="Arial" charset="0"/>
                <a:cs typeface="Consolas" charset="0"/>
                <a:sym typeface="Arial" charset="0"/>
              </a:rPr>
              <a:t>print("Confusion Matrix:")</a:t>
            </a:r>
          </a:p>
          <a:p>
            <a:pPr marL="0" indent="0" algn="l">
              <a:lnSpc>
                <a:spcPct val="100000"/>
              </a:lnSpc>
              <a:spcBef>
                <a:spcPts val="0"/>
              </a:spcBef>
              <a:spcAft>
                <a:spcPts val="0"/>
              </a:spcAft>
              <a:buNone/>
            </a:pPr>
            <a:r>
              <a:rPr lang="en-US" altLang="zh-CN" sz="1100" b="0" i="0" u="none" strike="noStrike" kern="0" cap="none" spc="0" baseline="0">
                <a:solidFill>
                  <a:srgbClr val="191919"/>
                </a:solidFill>
                <a:latin typeface="Consolas" charset="0"/>
                <a:ea typeface="Arial" charset="0"/>
                <a:cs typeface="Consolas" charset="0"/>
                <a:sym typeface="Arial" charset="0"/>
              </a:rPr>
              <a:t>print(confusion_matrix(yTest, predictions))</a:t>
            </a:r>
          </a:p>
          <a:p>
            <a:pPr marL="0" indent="0" algn="l">
              <a:lnSpc>
                <a:spcPct val="100000"/>
              </a:lnSpc>
              <a:spcBef>
                <a:spcPts val="0"/>
              </a:spcBef>
              <a:spcAft>
                <a:spcPts val="0"/>
              </a:spcAft>
              <a:buNone/>
            </a:pPr>
            <a:endParaRPr lang="en-US" altLang="zh-CN" sz="1100" b="0" i="0" u="none" strike="noStrike" kern="0" cap="none" spc="0" baseline="0">
              <a:solidFill>
                <a:srgbClr val="000000"/>
              </a:solidFill>
              <a:latin typeface="Consolas" charset="0"/>
              <a:ea typeface="Arial" charset="0"/>
              <a:cs typeface="Arial" charset="0"/>
              <a:sym typeface="Arial" charset="0"/>
            </a:endParaRPr>
          </a:p>
          <a:p>
            <a:pPr marL="0" indent="0" algn="l">
              <a:lnSpc>
                <a:spcPct val="100000"/>
              </a:lnSpc>
              <a:spcBef>
                <a:spcPts val="0"/>
              </a:spcBef>
              <a:spcAft>
                <a:spcPts val="0"/>
              </a:spcAft>
              <a:buNone/>
            </a:pPr>
            <a:r>
              <a:rPr lang="en-US" altLang="zh-CN" sz="1100" b="0" i="0" u="none" strike="noStrike" kern="0" cap="none" spc="0" baseline="0">
                <a:solidFill>
                  <a:srgbClr val="191919"/>
                </a:solidFill>
                <a:latin typeface="Consolas" charset="0"/>
                <a:ea typeface="Arial" charset="0"/>
                <a:cs typeface="Consolas" charset="0"/>
                <a:sym typeface="Arial" charset="0"/>
              </a:rPr>
              <a:t>sample = XTest.iloc[[0]]</a:t>
            </a:r>
          </a:p>
          <a:p>
            <a:pPr marL="0" indent="0" algn="l">
              <a:lnSpc>
                <a:spcPct val="100000"/>
              </a:lnSpc>
              <a:spcBef>
                <a:spcPts val="0"/>
              </a:spcBef>
              <a:spcAft>
                <a:spcPts val="0"/>
              </a:spcAft>
              <a:buNone/>
            </a:pPr>
            <a:r>
              <a:rPr lang="en-US" altLang="zh-CN" sz="1100" b="0" i="0" u="none" strike="noStrike" kern="0" cap="none" spc="0" baseline="0">
                <a:solidFill>
                  <a:srgbClr val="191919"/>
                </a:solidFill>
                <a:latin typeface="Consolas" charset="0"/>
                <a:ea typeface="Arial" charset="0"/>
                <a:cs typeface="Consolas" charset="0"/>
                <a:sym typeface="Arial" charset="0"/>
              </a:rPr>
              <a:t>result = model.predict(sample)[0]</a:t>
            </a:r>
          </a:p>
          <a:p>
            <a:pPr marL="0" indent="0" algn="l">
              <a:lnSpc>
                <a:spcPct val="100000"/>
              </a:lnSpc>
              <a:spcBef>
                <a:spcPts val="0"/>
              </a:spcBef>
              <a:spcAft>
                <a:spcPts val="0"/>
              </a:spcAft>
              <a:buNone/>
            </a:pPr>
            <a:endParaRPr lang="en-US" altLang="zh-CN" sz="1100" b="0" i="0" u="none" strike="noStrike" kern="0" cap="none" spc="0" baseline="0">
              <a:solidFill>
                <a:srgbClr val="000000"/>
              </a:solidFill>
              <a:latin typeface="Consolas" charset="0"/>
              <a:ea typeface="Arial" charset="0"/>
              <a:cs typeface="Arial" charset="0"/>
              <a:sym typeface="Arial" charset="0"/>
            </a:endParaRPr>
          </a:p>
          <a:p>
            <a:pPr marL="0" indent="0" algn="l">
              <a:lnSpc>
                <a:spcPct val="100000"/>
              </a:lnSpc>
              <a:spcBef>
                <a:spcPts val="0"/>
              </a:spcBef>
              <a:spcAft>
                <a:spcPts val="0"/>
              </a:spcAft>
              <a:buNone/>
            </a:pPr>
            <a:r>
              <a:rPr lang="en-US" altLang="zh-CN" sz="1100" b="0" i="0" u="none" strike="noStrike" kern="0" cap="none" spc="0" baseline="0">
                <a:solidFill>
                  <a:srgbClr val="191919"/>
                </a:solidFill>
                <a:latin typeface="Consolas" charset="0"/>
                <a:ea typeface="Arial" charset="0"/>
                <a:cs typeface="Consolas" charset="0"/>
                <a:sym typeface="Arial" charset="0"/>
              </a:rPr>
              <a:t>if result == 0:</a:t>
            </a:r>
          </a:p>
          <a:p>
            <a:pPr marL="0" indent="0" algn="l">
              <a:lnSpc>
                <a:spcPct val="100000"/>
              </a:lnSpc>
              <a:spcBef>
                <a:spcPts val="0"/>
              </a:spcBef>
              <a:spcAft>
                <a:spcPts val="0"/>
              </a:spcAft>
              <a:buNone/>
            </a:pPr>
            <a:r>
              <a:rPr lang="en-US" altLang="zh-CN" sz="1100" b="0" i="0" u="none" strike="noStrike" kern="0" cap="none" spc="0" baseline="0">
                <a:solidFill>
                  <a:srgbClr val="191919"/>
                </a:solidFill>
                <a:latin typeface="Consolas" charset="0"/>
                <a:ea typeface="Arial" charset="0"/>
                <a:cs typeface="Consolas" charset="0"/>
                <a:sym typeface="Arial" charset="0"/>
              </a:rPr>
              <a:t>    print("\nPredicted Parking Status: AVAILABLE")</a:t>
            </a:r>
          </a:p>
          <a:p>
            <a:pPr marL="0" indent="0" algn="l">
              <a:lnSpc>
                <a:spcPct val="100000"/>
              </a:lnSpc>
              <a:spcBef>
                <a:spcPts val="0"/>
              </a:spcBef>
              <a:spcAft>
                <a:spcPts val="0"/>
              </a:spcAft>
              <a:buNone/>
            </a:pPr>
            <a:r>
              <a:rPr lang="en-US" altLang="zh-CN" sz="1100" b="0" i="0" u="none" strike="noStrike" kern="0" cap="none" spc="0" baseline="0">
                <a:solidFill>
                  <a:srgbClr val="191919"/>
                </a:solidFill>
                <a:latin typeface="Consolas" charset="0"/>
                <a:ea typeface="Arial" charset="0"/>
                <a:cs typeface="Consolas" charset="0"/>
                <a:sym typeface="Arial" charset="0"/>
              </a:rPr>
              <a:t>else:</a:t>
            </a:r>
          </a:p>
          <a:p>
            <a:pPr marL="0" indent="0" algn="l">
              <a:lnSpc>
                <a:spcPct val="100000"/>
              </a:lnSpc>
              <a:spcBef>
                <a:spcPts val="0"/>
              </a:spcBef>
              <a:spcAft>
                <a:spcPts val="0"/>
              </a:spcAft>
              <a:buNone/>
            </a:pPr>
            <a:r>
              <a:rPr lang="en-US" altLang="zh-CN" sz="1100" b="0" i="0" u="none" strike="noStrike" kern="0" cap="none" spc="0" baseline="0">
                <a:solidFill>
                  <a:srgbClr val="191919"/>
                </a:solidFill>
                <a:latin typeface="Consolas" charset="0"/>
                <a:ea typeface="Arial" charset="0"/>
                <a:cs typeface="Consolas" charset="0"/>
                <a:sym typeface="Arial" charset="0"/>
              </a:rPr>
              <a:t>    print("\nPredicted Parking Status: OCCUPIED")</a:t>
            </a:r>
            <a:endParaRPr lang="zh-CN" altLang="en-US" sz="1100" b="0" i="0" u="none" strike="noStrike" kern="0" cap="none" spc="0" baseline="0">
              <a:solidFill>
                <a:srgbClr val="191919"/>
              </a:solidFill>
              <a:latin typeface="Consolas" charset="0"/>
              <a:ea typeface="Arial" charset="0"/>
              <a:cs typeface="Consolas" charset="0"/>
              <a:sym typeface="Arial" charset="0"/>
            </a:endParaRPr>
          </a:p>
        </p:txBody>
      </p:sp>
    </p:spTree>
    <p:extLst>
      <p:ext uri="{BB962C8B-B14F-4D97-AF65-F5344CB8AC3E}">
        <p14:creationId xmlns:p14="http://schemas.microsoft.com/office/powerpoint/2010/main" val="112753107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6" name="矩形"/>
          <p:cNvSpPr>
            <a:spLocks/>
          </p:cNvSpPr>
          <p:nvPr/>
        </p:nvSpPr>
        <p:spPr>
          <a:xfrm>
            <a:off x="502919" y="320040"/>
            <a:ext cx="8500000" cy="502919"/>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ctr">
              <a:lnSpc>
                <a:spcPct val="100000"/>
              </a:lnSpc>
              <a:spcBef>
                <a:spcPts val="0"/>
              </a:spcBef>
              <a:spcAft>
                <a:spcPts val="0"/>
              </a:spcAft>
              <a:buNone/>
            </a:pPr>
            <a:r>
              <a:rPr lang="en-US" altLang="zh-CN" sz="2400" b="1" i="0" u="none" strike="noStrike" kern="0" cap="none" spc="0" baseline="0">
                <a:solidFill>
                  <a:srgbClr val="191919"/>
                </a:solidFill>
                <a:latin typeface="Arial" charset="0"/>
                <a:ea typeface="Arial" charset="0"/>
                <a:cs typeface="Arial" charset="0"/>
                <a:sym typeface="Arial" charset="0"/>
              </a:rPr>
              <a:t>CODE OUTPUT</a:t>
            </a:r>
            <a:endParaRPr lang="zh-CN" altLang="en-US" sz="2400" b="1" i="0" u="none" strike="noStrike" kern="0" cap="none" spc="0" baseline="0">
              <a:solidFill>
                <a:srgbClr val="191919"/>
              </a:solidFill>
              <a:latin typeface="Arial" charset="0"/>
              <a:ea typeface="Arial" charset="0"/>
              <a:cs typeface="Arial" charset="0"/>
              <a:sym typeface="Arial" charset="0"/>
            </a:endParaRPr>
          </a:p>
        </p:txBody>
      </p:sp>
      <p:sp>
        <p:nvSpPr>
          <p:cNvPr id="117" name="矩形"/>
          <p:cNvSpPr>
            <a:spLocks/>
          </p:cNvSpPr>
          <p:nvPr/>
        </p:nvSpPr>
        <p:spPr>
          <a:xfrm>
            <a:off x="10881359" y="228600"/>
            <a:ext cx="457200" cy="365760"/>
          </a:xfrm>
          <a:prstGeom prst="rect">
            <a:avLst/>
          </a:prstGeom>
          <a:noFill/>
          <a:ln w="12700" cap="flat" cmpd="sng">
            <a:noFill/>
            <a:prstDash val="solid"/>
            <a:miter/>
          </a:ln>
        </p:spPr>
        <p:txBody>
          <a:bodyPr vert="horz" wrap="square" lIns="0" tIns="0" rIns="0" bIns="0" anchor="t" anchorCtr="0">
            <a:prstTxWarp prst="textNoShape">
              <a:avLst/>
            </a:prstTxWarp>
          </a:bodyPr>
          <a:lstStyle/>
          <a:p>
            <a:pPr marL="0" indent="0" algn="r">
              <a:lnSpc>
                <a:spcPct val="100000"/>
              </a:lnSpc>
              <a:spcBef>
                <a:spcPts val="0"/>
              </a:spcBef>
              <a:spcAft>
                <a:spcPts val="0"/>
              </a:spcAft>
              <a:buNone/>
            </a:pPr>
            <a:r>
              <a:rPr lang="en-US" altLang="zh-CN" sz="1400" b="0" i="0" u="none" strike="noStrike" kern="0" cap="none" spc="0" baseline="0">
                <a:solidFill>
                  <a:srgbClr val="5A5A5A"/>
                </a:solidFill>
                <a:latin typeface="Arial" charset="0"/>
                <a:ea typeface="Arial" charset="0"/>
                <a:cs typeface="Arial" charset="0"/>
                <a:sym typeface="Arial" charset="0"/>
              </a:rPr>
              <a:t>20</a:t>
            </a:r>
            <a:endParaRPr lang="zh-CN" altLang="en-US" sz="1400" b="0" i="0" u="none" strike="noStrike" kern="0" cap="none" spc="0" baseline="0">
              <a:solidFill>
                <a:srgbClr val="5A5A5A"/>
              </a:solidFill>
              <a:latin typeface="Arial" charset="0"/>
              <a:ea typeface="Arial" charset="0"/>
              <a:cs typeface="Arial" charset="0"/>
              <a:sym typeface="Arial" charset="0"/>
            </a:endParaRPr>
          </a:p>
        </p:txBody>
      </p:sp>
      <p:sp>
        <p:nvSpPr>
          <p:cNvPr id="118" name="矩形"/>
          <p:cNvSpPr>
            <a:spLocks/>
          </p:cNvSpPr>
          <p:nvPr/>
        </p:nvSpPr>
        <p:spPr>
          <a:xfrm>
            <a:off x="502919" y="940119"/>
            <a:ext cx="5326380" cy="260000"/>
          </a:xfrm>
          <a:prstGeom prst="rect">
            <a:avLst/>
          </a:prstGeom>
          <a:noFill/>
          <a:ln w="12700" cap="flat" cmpd="sng">
            <a:noFill/>
            <a:prstDash val="solid"/>
            <a:miter/>
          </a:ln>
        </p:spPr>
      </p:sp>
      <p:sp>
        <p:nvSpPr>
          <p:cNvPr id="119" name="矩形"/>
          <p:cNvSpPr>
            <a:spLocks/>
          </p:cNvSpPr>
          <p:nvPr/>
        </p:nvSpPr>
        <p:spPr>
          <a:xfrm>
            <a:off x="6012180" y="940119"/>
            <a:ext cx="5326380" cy="260000"/>
          </a:xfrm>
          <a:prstGeom prst="rect">
            <a:avLst/>
          </a:prstGeom>
          <a:noFill/>
          <a:ln w="12700" cap="flat" cmpd="sng">
            <a:noFill/>
            <a:prstDash val="solid"/>
            <a:miter/>
          </a:ln>
        </p:spPr>
      </p:sp>
      <p:sp>
        <p:nvSpPr>
          <p:cNvPr id="120" name="矩形"/>
          <p:cNvSpPr>
            <a:spLocks/>
          </p:cNvSpPr>
          <p:nvPr/>
        </p:nvSpPr>
        <p:spPr>
          <a:xfrm>
            <a:off x="502919" y="1230120"/>
            <a:ext cx="5326380" cy="4150000"/>
          </a:xfrm>
          <a:prstGeom prst="rect">
            <a:avLst/>
          </a:prstGeom>
          <a:solidFill>
            <a:srgbClr val="1E1E1E"/>
          </a:solidFill>
          <a:ln w="12700" cap="flat" cmpd="sng">
            <a:solidFill>
              <a:srgbClr val="1E1E1E"/>
            </a:solidFill>
            <a:prstDash val="solid"/>
            <a:round/>
          </a:ln>
        </p:spPr>
        <p:txBody>
          <a:bodyPr vert="horz" wrap="square" lIns="164592" tIns="109728" rIns="164592" bIns="109728" anchor="t" anchorCtr="0">
            <a:prstTxWarp prst="textNoShape">
              <a:avLst/>
            </a:prstTxWarp>
          </a:bodyPr>
          <a:lstStyle/>
          <a:p>
            <a:pPr marL="0" indent="0" algn="l">
              <a:lnSpc>
                <a:spcPct val="125000"/>
              </a:lnSpc>
              <a:spcBef>
                <a:spcPts val="0"/>
              </a:spcBef>
              <a:spcAft>
                <a:spcPts val="0"/>
              </a:spcAft>
              <a:buNone/>
            </a:pPr>
            <a:r>
              <a:rPr lang="en-US" altLang="zh-CN" sz="1200" b="0" i="0" u="none" strike="noStrike" kern="0" cap="none" spc="0" baseline="0">
                <a:solidFill>
                  <a:srgbClr val="E6E6E6"/>
                </a:solidFill>
                <a:latin typeface="Consolas" charset="0"/>
                <a:ea typeface="Arial" charset="0"/>
                <a:cs typeface="Consolas" charset="0"/>
                <a:sym typeface="Arial" charset="0"/>
              </a:rPr>
              <a:t>SMART PARKING AVAILABILITY SYSTEM</a:t>
            </a:r>
          </a:p>
          <a:p>
            <a:pPr marL="0" indent="0" algn="l">
              <a:lnSpc>
                <a:spcPct val="125000"/>
              </a:lnSpc>
              <a:spcBef>
                <a:spcPts val="0"/>
              </a:spcBef>
              <a:spcAft>
                <a:spcPts val="0"/>
              </a:spcAft>
              <a:buNone/>
            </a:pPr>
            <a:r>
              <a:rPr lang="en-US" altLang="zh-CN" sz="1200" b="0" i="0" u="none" strike="noStrike" kern="0" cap="none" spc="0" baseline="0">
                <a:solidFill>
                  <a:srgbClr val="E6E6E6"/>
                </a:solidFill>
                <a:latin typeface="Consolas" charset="0"/>
                <a:ea typeface="Arial" charset="0"/>
                <a:cs typeface="Consolas" charset="0"/>
                <a:sym typeface="Arial" charset="0"/>
              </a:rPr>
              <a:t>---------------------------------</a:t>
            </a:r>
          </a:p>
          <a:p>
            <a:pPr marL="0" indent="0" algn="l">
              <a:lnSpc>
                <a:spcPct val="125000"/>
              </a:lnSpc>
              <a:spcBef>
                <a:spcPts val="0"/>
              </a:spcBef>
              <a:spcAft>
                <a:spcPts val="0"/>
              </a:spcAft>
              <a:buNone/>
            </a:pPr>
            <a:r>
              <a:rPr lang="en-US" altLang="zh-CN" sz="1200" b="0" i="0" u="none" strike="noStrike" kern="0" cap="none" spc="0" baseline="0">
                <a:solidFill>
                  <a:srgbClr val="E6E6E6"/>
                </a:solidFill>
                <a:latin typeface="Consolas" charset="0"/>
                <a:ea typeface="Arial" charset="0"/>
                <a:cs typeface="Consolas" charset="0"/>
                <a:sym typeface="Arial" charset="0"/>
              </a:rPr>
              <a:t>Total records: 1185</a:t>
            </a:r>
          </a:p>
          <a:p>
            <a:pPr marL="0" indent="0" algn="l">
              <a:lnSpc>
                <a:spcPct val="125000"/>
              </a:lnSpc>
              <a:spcBef>
                <a:spcPts val="0"/>
              </a:spcBef>
              <a:spcAft>
                <a:spcPts val="0"/>
              </a:spcAft>
              <a:buNone/>
            </a:pPr>
            <a:r>
              <a:rPr lang="en-US" altLang="zh-CN" sz="1200" b="0" i="0" u="none" strike="noStrike" kern="0" cap="none" spc="0" baseline="0">
                <a:solidFill>
                  <a:srgbClr val="E6E6E6"/>
                </a:solidFill>
                <a:latin typeface="Consolas" charset="0"/>
                <a:ea typeface="Arial" charset="0"/>
                <a:cs typeface="Consolas" charset="0"/>
                <a:sym typeface="Arial" charset="0"/>
              </a:rPr>
              <a:t>Training records: 829</a:t>
            </a:r>
          </a:p>
          <a:p>
            <a:pPr marL="0" indent="0" algn="l">
              <a:lnSpc>
                <a:spcPct val="125000"/>
              </a:lnSpc>
              <a:spcBef>
                <a:spcPts val="0"/>
              </a:spcBef>
              <a:spcAft>
                <a:spcPts val="0"/>
              </a:spcAft>
              <a:buNone/>
            </a:pPr>
            <a:r>
              <a:rPr lang="en-US" altLang="zh-CN" sz="1200" b="0" i="0" u="none" strike="noStrike" kern="0" cap="none" spc="0" baseline="0">
                <a:solidFill>
                  <a:srgbClr val="E6E6E6"/>
                </a:solidFill>
                <a:latin typeface="Consolas" charset="0"/>
                <a:ea typeface="Arial" charset="0"/>
                <a:cs typeface="Consolas" charset="0"/>
                <a:sym typeface="Arial" charset="0"/>
              </a:rPr>
              <a:t>Validation records: 178</a:t>
            </a:r>
          </a:p>
          <a:p>
            <a:pPr marL="0" indent="0" algn="l">
              <a:lnSpc>
                <a:spcPct val="125000"/>
              </a:lnSpc>
              <a:spcBef>
                <a:spcPts val="0"/>
              </a:spcBef>
              <a:spcAft>
                <a:spcPts val="0"/>
              </a:spcAft>
              <a:buNone/>
            </a:pPr>
            <a:r>
              <a:rPr lang="en-US" altLang="zh-CN" sz="1200" b="0" i="0" u="none" strike="noStrike" kern="0" cap="none" spc="0" baseline="0">
                <a:solidFill>
                  <a:srgbClr val="E6E6E6"/>
                </a:solidFill>
                <a:latin typeface="Consolas" charset="0"/>
                <a:ea typeface="Arial" charset="0"/>
                <a:cs typeface="Consolas" charset="0"/>
                <a:sym typeface="Arial" charset="0"/>
              </a:rPr>
              <a:t>Testing records: 178</a:t>
            </a:r>
          </a:p>
          <a:p>
            <a:pPr marL="0" indent="0" algn="l">
              <a:lnSpc>
                <a:spcPct val="125000"/>
              </a:lnSpc>
              <a:spcBef>
                <a:spcPts val="0"/>
              </a:spcBef>
              <a:spcAft>
                <a:spcPts val="0"/>
              </a:spcAft>
              <a:buNone/>
            </a:pPr>
            <a:endParaRPr lang="en-US" altLang="zh-CN" sz="1200" b="0" i="0" u="none" strike="noStrike" kern="0" cap="none" spc="0" baseline="0">
              <a:solidFill>
                <a:srgbClr val="000000"/>
              </a:solidFill>
              <a:latin typeface="Consolas" charset="0"/>
              <a:ea typeface="Arial" charset="0"/>
              <a:cs typeface="Arial" charset="0"/>
              <a:sym typeface="Arial" charset="0"/>
            </a:endParaRPr>
          </a:p>
          <a:p>
            <a:pPr marL="0" indent="0" algn="l">
              <a:lnSpc>
                <a:spcPct val="125000"/>
              </a:lnSpc>
              <a:spcBef>
                <a:spcPts val="0"/>
              </a:spcBef>
              <a:spcAft>
                <a:spcPts val="0"/>
              </a:spcAft>
              <a:buNone/>
            </a:pPr>
            <a:r>
              <a:rPr lang="en-US" altLang="zh-CN" sz="1200" b="0" i="0" u="none" strike="noStrike" kern="0" cap="none" spc="0" baseline="0">
                <a:solidFill>
                  <a:srgbClr val="E6E6E6"/>
                </a:solidFill>
                <a:latin typeface="Consolas" charset="0"/>
                <a:ea typeface="Arial" charset="0"/>
                <a:cs typeface="Consolas" charset="0"/>
                <a:sym typeface="Arial" charset="0"/>
              </a:rPr>
              <a:t>Data Split:</a:t>
            </a:r>
          </a:p>
          <a:p>
            <a:pPr marL="0" indent="0" algn="l">
              <a:lnSpc>
                <a:spcPct val="125000"/>
              </a:lnSpc>
              <a:spcBef>
                <a:spcPts val="0"/>
              </a:spcBef>
              <a:spcAft>
                <a:spcPts val="0"/>
              </a:spcAft>
              <a:buNone/>
            </a:pPr>
            <a:r>
              <a:rPr lang="en-US" altLang="zh-CN" sz="1200" b="0" i="0" u="none" strike="noStrike" kern="0" cap="none" spc="0" baseline="0">
                <a:solidFill>
                  <a:srgbClr val="E6E6E6"/>
                </a:solidFill>
                <a:latin typeface="Consolas" charset="0"/>
                <a:ea typeface="Arial" charset="0"/>
                <a:cs typeface="Consolas" charset="0"/>
                <a:sym typeface="Arial" charset="0"/>
              </a:rPr>
              <a:t>Training   : 70%</a:t>
            </a:r>
          </a:p>
          <a:p>
            <a:pPr marL="0" indent="0" algn="l">
              <a:lnSpc>
                <a:spcPct val="125000"/>
              </a:lnSpc>
              <a:spcBef>
                <a:spcPts val="0"/>
              </a:spcBef>
              <a:spcAft>
                <a:spcPts val="0"/>
              </a:spcAft>
              <a:buNone/>
            </a:pPr>
            <a:r>
              <a:rPr lang="en-US" altLang="zh-CN" sz="1200" b="0" i="0" u="none" strike="noStrike" kern="0" cap="none" spc="0" baseline="0">
                <a:solidFill>
                  <a:srgbClr val="E6E6E6"/>
                </a:solidFill>
                <a:latin typeface="Consolas" charset="0"/>
                <a:ea typeface="Arial" charset="0"/>
                <a:cs typeface="Consolas" charset="0"/>
                <a:sym typeface="Arial" charset="0"/>
              </a:rPr>
              <a:t>Validation : 15%</a:t>
            </a:r>
          </a:p>
          <a:p>
            <a:pPr marL="0" indent="0" algn="l">
              <a:lnSpc>
                <a:spcPct val="125000"/>
              </a:lnSpc>
              <a:spcBef>
                <a:spcPts val="0"/>
              </a:spcBef>
              <a:spcAft>
                <a:spcPts val="0"/>
              </a:spcAft>
              <a:buNone/>
            </a:pPr>
            <a:r>
              <a:rPr lang="en-US" altLang="zh-CN" sz="1200" b="0" i="0" u="none" strike="noStrike" kern="0" cap="none" spc="0" baseline="0">
                <a:solidFill>
                  <a:srgbClr val="E6E6E6"/>
                </a:solidFill>
                <a:latin typeface="Consolas" charset="0"/>
                <a:ea typeface="Arial" charset="0"/>
                <a:cs typeface="Consolas" charset="0"/>
                <a:sym typeface="Arial" charset="0"/>
              </a:rPr>
              <a:t>Testing    : 15%</a:t>
            </a:r>
          </a:p>
          <a:p>
            <a:pPr marL="0" indent="0" algn="l">
              <a:lnSpc>
                <a:spcPct val="125000"/>
              </a:lnSpc>
              <a:spcBef>
                <a:spcPts val="0"/>
              </a:spcBef>
              <a:spcAft>
                <a:spcPts val="0"/>
              </a:spcAft>
              <a:buNone/>
            </a:pPr>
            <a:endParaRPr lang="en-US" altLang="zh-CN" sz="1200" b="0" i="0" u="none" strike="noStrike" kern="0" cap="none" spc="0" baseline="0">
              <a:solidFill>
                <a:srgbClr val="000000"/>
              </a:solidFill>
              <a:latin typeface="Consolas" charset="0"/>
              <a:ea typeface="Arial" charset="0"/>
              <a:cs typeface="Arial" charset="0"/>
              <a:sym typeface="Arial" charset="0"/>
            </a:endParaRPr>
          </a:p>
          <a:p>
            <a:pPr marL="0" indent="0" algn="l">
              <a:lnSpc>
                <a:spcPct val="125000"/>
              </a:lnSpc>
              <a:spcBef>
                <a:spcPts val="0"/>
              </a:spcBef>
              <a:spcAft>
                <a:spcPts val="0"/>
              </a:spcAft>
              <a:buNone/>
            </a:pPr>
            <a:r>
              <a:rPr lang="en-US" altLang="zh-CN" sz="1200" b="0" i="0" u="none" strike="noStrike" kern="0" cap="none" spc="0" baseline="0">
                <a:solidFill>
                  <a:srgbClr val="E6E6E6"/>
                </a:solidFill>
                <a:latin typeface="Consolas" charset="0"/>
                <a:ea typeface="Arial" charset="0"/>
                <a:cs typeface="Consolas" charset="0"/>
                <a:sym typeface="Arial" charset="0"/>
              </a:rPr>
              <a:t>Validation Accuracy: 76.97 %</a:t>
            </a:r>
          </a:p>
          <a:p>
            <a:pPr marL="0" indent="0" algn="l">
              <a:lnSpc>
                <a:spcPct val="125000"/>
              </a:lnSpc>
              <a:spcBef>
                <a:spcPts val="0"/>
              </a:spcBef>
              <a:spcAft>
                <a:spcPts val="0"/>
              </a:spcAft>
              <a:buNone/>
            </a:pPr>
            <a:r>
              <a:rPr lang="en-US" altLang="zh-CN" sz="1200" b="0" i="0" u="none" strike="noStrike" kern="0" cap="none" spc="0" baseline="0">
                <a:solidFill>
                  <a:srgbClr val="E6E6E6"/>
                </a:solidFill>
                <a:latin typeface="Consolas" charset="0"/>
                <a:ea typeface="Arial" charset="0"/>
                <a:cs typeface="Consolas" charset="0"/>
                <a:sym typeface="Arial" charset="0"/>
              </a:rPr>
              <a:t>Testing Accuracy: 85.39 %</a:t>
            </a:r>
            <a:endParaRPr lang="zh-CN" altLang="en-US" sz="1200" b="0" i="0" u="none" strike="noStrike" kern="0" cap="none" spc="0" baseline="0">
              <a:solidFill>
                <a:srgbClr val="E6E6E6"/>
              </a:solidFill>
              <a:latin typeface="Consolas" charset="0"/>
              <a:ea typeface="Arial" charset="0"/>
              <a:cs typeface="Consolas" charset="0"/>
              <a:sym typeface="Arial" charset="0"/>
            </a:endParaRPr>
          </a:p>
        </p:txBody>
      </p:sp>
      <p:sp>
        <p:nvSpPr>
          <p:cNvPr id="121" name="矩形"/>
          <p:cNvSpPr>
            <a:spLocks/>
          </p:cNvSpPr>
          <p:nvPr/>
        </p:nvSpPr>
        <p:spPr>
          <a:xfrm>
            <a:off x="6012180" y="1230120"/>
            <a:ext cx="5326380" cy="4150000"/>
          </a:xfrm>
          <a:prstGeom prst="rect">
            <a:avLst/>
          </a:prstGeom>
          <a:solidFill>
            <a:srgbClr val="1E1E1E"/>
          </a:solidFill>
          <a:ln w="12700" cap="flat" cmpd="sng">
            <a:solidFill>
              <a:srgbClr val="1E1E1E"/>
            </a:solidFill>
            <a:prstDash val="solid"/>
            <a:round/>
          </a:ln>
        </p:spPr>
        <p:txBody>
          <a:bodyPr vert="horz" wrap="square" lIns="164592" tIns="109728" rIns="164592" bIns="109728" anchor="t" anchorCtr="0">
            <a:prstTxWarp prst="textNoShape">
              <a:avLst/>
            </a:prstTxWarp>
          </a:bodyPr>
          <a:lstStyle/>
          <a:p>
            <a:pPr marL="0" indent="0" algn="l">
              <a:lnSpc>
                <a:spcPct val="125000"/>
              </a:lnSpc>
              <a:spcBef>
                <a:spcPts val="0"/>
              </a:spcBef>
              <a:spcAft>
                <a:spcPts val="0"/>
              </a:spcAft>
              <a:buNone/>
            </a:pPr>
            <a:r>
              <a:rPr lang="en-US" altLang="zh-CN" sz="1200" b="0" i="0" u="none" strike="noStrike" kern="0" cap="none" spc="0" baseline="0">
                <a:solidFill>
                  <a:srgbClr val="E6E6E6"/>
                </a:solidFill>
                <a:latin typeface="Consolas" charset="0"/>
                <a:ea typeface="Arial" charset="0"/>
                <a:cs typeface="Consolas" charset="0"/>
                <a:sym typeface="Arial" charset="0"/>
              </a:rPr>
              <a:t>Classification Report:</a:t>
            </a:r>
          </a:p>
          <a:p>
            <a:pPr marL="0" indent="0" algn="l">
              <a:lnSpc>
                <a:spcPct val="125000"/>
              </a:lnSpc>
              <a:spcBef>
                <a:spcPts val="0"/>
              </a:spcBef>
              <a:spcAft>
                <a:spcPts val="0"/>
              </a:spcAft>
              <a:buNone/>
            </a:pPr>
            <a:r>
              <a:rPr lang="en-US" altLang="zh-CN" sz="1200" b="0" i="0" u="none" strike="noStrike" kern="0" cap="none" spc="0" baseline="0">
                <a:solidFill>
                  <a:srgbClr val="E6E6E6"/>
                </a:solidFill>
                <a:latin typeface="Consolas" charset="0"/>
                <a:ea typeface="Arial" charset="0"/>
                <a:cs typeface="Consolas" charset="0"/>
                <a:sym typeface="Arial" charset="0"/>
              </a:rPr>
              <a:t>              precision    recall  f1-score   support</a:t>
            </a:r>
          </a:p>
          <a:p>
            <a:pPr marL="0" indent="0" algn="l">
              <a:lnSpc>
                <a:spcPct val="125000"/>
              </a:lnSpc>
              <a:spcBef>
                <a:spcPts val="0"/>
              </a:spcBef>
              <a:spcAft>
                <a:spcPts val="0"/>
              </a:spcAft>
              <a:buNone/>
            </a:pPr>
            <a:endParaRPr lang="en-US" altLang="zh-CN" sz="1200" b="0" i="0" u="none" strike="noStrike" kern="0" cap="none" spc="0" baseline="0">
              <a:solidFill>
                <a:srgbClr val="000000"/>
              </a:solidFill>
              <a:latin typeface="Consolas" charset="0"/>
              <a:ea typeface="Arial" charset="0"/>
              <a:cs typeface="Arial" charset="0"/>
              <a:sym typeface="Arial" charset="0"/>
            </a:endParaRPr>
          </a:p>
          <a:p>
            <a:pPr marL="0" indent="0" algn="l">
              <a:lnSpc>
                <a:spcPct val="125000"/>
              </a:lnSpc>
              <a:spcBef>
                <a:spcPts val="0"/>
              </a:spcBef>
              <a:spcAft>
                <a:spcPts val="0"/>
              </a:spcAft>
              <a:buNone/>
            </a:pPr>
            <a:r>
              <a:rPr lang="en-US" altLang="zh-CN" sz="1200" b="0" i="0" u="none" strike="noStrike" kern="0" cap="none" spc="0" baseline="0">
                <a:solidFill>
                  <a:srgbClr val="E6E6E6"/>
                </a:solidFill>
                <a:latin typeface="Consolas" charset="0"/>
                <a:ea typeface="Arial" charset="0"/>
                <a:cs typeface="Consolas" charset="0"/>
                <a:sym typeface="Arial" charset="0"/>
              </a:rPr>
              <a:t>   AVAILABLE       0.88      0.79      0.83        82</a:t>
            </a:r>
          </a:p>
          <a:p>
            <a:pPr marL="0" indent="0" algn="l">
              <a:lnSpc>
                <a:spcPct val="125000"/>
              </a:lnSpc>
              <a:spcBef>
                <a:spcPts val="0"/>
              </a:spcBef>
              <a:spcAft>
                <a:spcPts val="0"/>
              </a:spcAft>
              <a:buNone/>
            </a:pPr>
            <a:r>
              <a:rPr lang="en-US" altLang="zh-CN" sz="1200" b="0" i="0" u="none" strike="noStrike" kern="0" cap="none" spc="0" baseline="0">
                <a:solidFill>
                  <a:srgbClr val="E6E6E6"/>
                </a:solidFill>
                <a:latin typeface="Consolas" charset="0"/>
                <a:ea typeface="Arial" charset="0"/>
                <a:cs typeface="Consolas" charset="0"/>
                <a:sym typeface="Arial" charset="0"/>
              </a:rPr>
              <a:t>    OCCUPIED       0.84      0.91      0.87        96</a:t>
            </a:r>
          </a:p>
          <a:p>
            <a:pPr marL="0" indent="0" algn="l">
              <a:lnSpc>
                <a:spcPct val="125000"/>
              </a:lnSpc>
              <a:spcBef>
                <a:spcPts val="0"/>
              </a:spcBef>
              <a:spcAft>
                <a:spcPts val="0"/>
              </a:spcAft>
              <a:buNone/>
            </a:pPr>
            <a:endParaRPr lang="en-US" altLang="zh-CN" sz="1200" b="0" i="0" u="none" strike="noStrike" kern="0" cap="none" spc="0" baseline="0">
              <a:solidFill>
                <a:srgbClr val="000000"/>
              </a:solidFill>
              <a:latin typeface="Consolas" charset="0"/>
              <a:ea typeface="Arial" charset="0"/>
              <a:cs typeface="Arial" charset="0"/>
              <a:sym typeface="Arial" charset="0"/>
            </a:endParaRPr>
          </a:p>
          <a:p>
            <a:pPr marL="0" indent="0" algn="l">
              <a:lnSpc>
                <a:spcPct val="125000"/>
              </a:lnSpc>
              <a:spcBef>
                <a:spcPts val="0"/>
              </a:spcBef>
              <a:spcAft>
                <a:spcPts val="0"/>
              </a:spcAft>
              <a:buNone/>
            </a:pPr>
            <a:r>
              <a:rPr lang="en-US" altLang="zh-CN" sz="1200" b="0" i="0" u="none" strike="noStrike" kern="0" cap="none" spc="0" baseline="0">
                <a:solidFill>
                  <a:srgbClr val="E6E6E6"/>
                </a:solidFill>
                <a:latin typeface="Consolas" charset="0"/>
                <a:ea typeface="Arial" charset="0"/>
                <a:cs typeface="Consolas" charset="0"/>
                <a:sym typeface="Arial" charset="0"/>
              </a:rPr>
              <a:t>    accuracy                           0.85       178</a:t>
            </a:r>
          </a:p>
          <a:p>
            <a:pPr marL="0" indent="0" algn="l">
              <a:lnSpc>
                <a:spcPct val="125000"/>
              </a:lnSpc>
              <a:spcBef>
                <a:spcPts val="0"/>
              </a:spcBef>
              <a:spcAft>
                <a:spcPts val="0"/>
              </a:spcAft>
              <a:buNone/>
            </a:pPr>
            <a:r>
              <a:rPr lang="en-US" altLang="zh-CN" sz="1200" b="0" i="0" u="none" strike="noStrike" kern="0" cap="none" spc="0" baseline="0">
                <a:solidFill>
                  <a:srgbClr val="E6E6E6"/>
                </a:solidFill>
                <a:latin typeface="Consolas" charset="0"/>
                <a:ea typeface="Arial" charset="0"/>
                <a:cs typeface="Consolas" charset="0"/>
                <a:sym typeface="Arial" charset="0"/>
              </a:rPr>
              <a:t>   macro avg       0.86      0.85      0.85       178</a:t>
            </a:r>
          </a:p>
          <a:p>
            <a:pPr marL="0" indent="0" algn="l">
              <a:lnSpc>
                <a:spcPct val="125000"/>
              </a:lnSpc>
              <a:spcBef>
                <a:spcPts val="0"/>
              </a:spcBef>
              <a:spcAft>
                <a:spcPts val="0"/>
              </a:spcAft>
              <a:buNone/>
            </a:pPr>
            <a:r>
              <a:rPr lang="en-US" altLang="zh-CN" sz="1200" b="0" i="0" u="none" strike="noStrike" kern="0" cap="none" spc="0" baseline="0">
                <a:solidFill>
                  <a:srgbClr val="E6E6E6"/>
                </a:solidFill>
                <a:latin typeface="Consolas" charset="0"/>
                <a:ea typeface="Arial" charset="0"/>
                <a:cs typeface="Consolas" charset="0"/>
                <a:sym typeface="Arial" charset="0"/>
              </a:rPr>
              <a:t>weighted avg       0.86      0.85      0.85       178</a:t>
            </a:r>
          </a:p>
          <a:p>
            <a:pPr marL="0" indent="0" algn="l">
              <a:lnSpc>
                <a:spcPct val="125000"/>
              </a:lnSpc>
              <a:spcBef>
                <a:spcPts val="0"/>
              </a:spcBef>
              <a:spcAft>
                <a:spcPts val="0"/>
              </a:spcAft>
              <a:buNone/>
            </a:pPr>
            <a:endParaRPr lang="en-US" altLang="zh-CN" sz="1200" b="0" i="0" u="none" strike="noStrike" kern="0" cap="none" spc="0" baseline="0">
              <a:solidFill>
                <a:srgbClr val="000000"/>
              </a:solidFill>
              <a:latin typeface="Consolas" charset="0"/>
              <a:ea typeface="Arial" charset="0"/>
              <a:cs typeface="Arial" charset="0"/>
              <a:sym typeface="Arial" charset="0"/>
            </a:endParaRPr>
          </a:p>
          <a:p>
            <a:pPr marL="0" indent="0" algn="l">
              <a:lnSpc>
                <a:spcPct val="125000"/>
              </a:lnSpc>
              <a:spcBef>
                <a:spcPts val="0"/>
              </a:spcBef>
              <a:spcAft>
                <a:spcPts val="0"/>
              </a:spcAft>
              <a:buNone/>
            </a:pPr>
            <a:r>
              <a:rPr lang="en-US" altLang="zh-CN" sz="1200" b="0" i="0" u="none" strike="noStrike" kern="0" cap="none" spc="0" baseline="0">
                <a:solidFill>
                  <a:srgbClr val="E6E6E6"/>
                </a:solidFill>
                <a:latin typeface="Consolas" charset="0"/>
                <a:ea typeface="Arial" charset="0"/>
                <a:cs typeface="Consolas" charset="0"/>
                <a:sym typeface="Arial" charset="0"/>
              </a:rPr>
              <a:t>Confusion Matrix:</a:t>
            </a:r>
          </a:p>
          <a:p>
            <a:pPr marL="0" indent="0" algn="l">
              <a:lnSpc>
                <a:spcPct val="125000"/>
              </a:lnSpc>
              <a:spcBef>
                <a:spcPts val="0"/>
              </a:spcBef>
              <a:spcAft>
                <a:spcPts val="0"/>
              </a:spcAft>
              <a:buNone/>
            </a:pPr>
            <a:r>
              <a:rPr lang="en-US" altLang="zh-CN" sz="1200" b="0" i="0" u="none" strike="noStrike" kern="0" cap="none" spc="0" baseline="0">
                <a:solidFill>
                  <a:srgbClr val="E6E6E6"/>
                </a:solidFill>
                <a:latin typeface="Consolas" charset="0"/>
                <a:ea typeface="Arial" charset="0"/>
                <a:cs typeface="Consolas" charset="0"/>
                <a:sym typeface="Arial" charset="0"/>
              </a:rPr>
              <a:t>[[65 17]</a:t>
            </a:r>
          </a:p>
          <a:p>
            <a:pPr marL="0" indent="0" algn="l">
              <a:lnSpc>
                <a:spcPct val="125000"/>
              </a:lnSpc>
              <a:spcBef>
                <a:spcPts val="0"/>
              </a:spcBef>
              <a:spcAft>
                <a:spcPts val="0"/>
              </a:spcAft>
              <a:buNone/>
            </a:pPr>
            <a:r>
              <a:rPr lang="en-US" altLang="zh-CN" sz="1200" b="0" i="0" u="none" strike="noStrike" kern="0" cap="none" spc="0" baseline="0">
                <a:solidFill>
                  <a:srgbClr val="E6E6E6"/>
                </a:solidFill>
                <a:latin typeface="Consolas" charset="0"/>
                <a:ea typeface="Arial" charset="0"/>
                <a:cs typeface="Consolas" charset="0"/>
                <a:sym typeface="Arial" charset="0"/>
              </a:rPr>
              <a:t> [ 9 87]]</a:t>
            </a:r>
          </a:p>
          <a:p>
            <a:pPr marL="0" indent="0" algn="l">
              <a:lnSpc>
                <a:spcPct val="125000"/>
              </a:lnSpc>
              <a:spcBef>
                <a:spcPts val="0"/>
              </a:spcBef>
              <a:spcAft>
                <a:spcPts val="0"/>
              </a:spcAft>
              <a:buNone/>
            </a:pPr>
            <a:endParaRPr lang="en-US" altLang="zh-CN" sz="1200" b="0" i="0" u="none" strike="noStrike" kern="0" cap="none" spc="0" baseline="0">
              <a:solidFill>
                <a:srgbClr val="000000"/>
              </a:solidFill>
              <a:latin typeface="Consolas" charset="0"/>
              <a:ea typeface="Arial" charset="0"/>
              <a:cs typeface="Arial" charset="0"/>
              <a:sym typeface="Arial" charset="0"/>
            </a:endParaRPr>
          </a:p>
          <a:p>
            <a:pPr marL="0" indent="0" algn="l">
              <a:lnSpc>
                <a:spcPct val="125000"/>
              </a:lnSpc>
              <a:spcBef>
                <a:spcPts val="0"/>
              </a:spcBef>
              <a:spcAft>
                <a:spcPts val="0"/>
              </a:spcAft>
              <a:buNone/>
            </a:pPr>
            <a:r>
              <a:rPr lang="en-US" altLang="zh-CN" sz="1200" b="0" i="0" u="none" strike="noStrike" kern="0" cap="none" spc="0" baseline="0">
                <a:solidFill>
                  <a:srgbClr val="E6E6E6"/>
                </a:solidFill>
                <a:latin typeface="Consolas" charset="0"/>
                <a:ea typeface="Arial" charset="0"/>
                <a:cs typeface="Consolas" charset="0"/>
                <a:sym typeface="Arial" charset="0"/>
              </a:rPr>
              <a:t>Predicted Parking Status: OCCUPIED</a:t>
            </a:r>
            <a:endParaRPr lang="zh-CN" altLang="en-US" sz="1200" b="0" i="0" u="none" strike="noStrike" kern="0" cap="none" spc="0" baseline="0">
              <a:solidFill>
                <a:srgbClr val="E6E6E6"/>
              </a:solidFill>
              <a:latin typeface="Consolas" charset="0"/>
              <a:ea typeface="Arial" charset="0"/>
              <a:cs typeface="Consolas" charset="0"/>
              <a:sym typeface="Arial" charset="0"/>
            </a:endParaRPr>
          </a:p>
        </p:txBody>
      </p:sp>
    </p:spTree>
    <p:extLst>
      <p:ext uri="{BB962C8B-B14F-4D97-AF65-F5344CB8AC3E}">
        <p14:creationId xmlns:p14="http://schemas.microsoft.com/office/powerpoint/2010/main" val="132037364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2" name="矩形"/>
          <p:cNvSpPr>
            <a:spLocks/>
          </p:cNvSpPr>
          <p:nvPr/>
        </p:nvSpPr>
        <p:spPr>
          <a:xfrm>
            <a:off x="701040" y="1665187"/>
            <a:ext cx="10789920" cy="2855214"/>
          </a:xfrm>
          <a:prstGeom prst="rect">
            <a:avLst/>
          </a:prstGeom>
          <a:noFill/>
          <a:ln w="12700" cap="flat" cmpd="sng">
            <a:noFill/>
            <a:prstDash val="solid"/>
            <a:miter/>
          </a:ln>
        </p:spPr>
        <p:txBody>
          <a:bodyPr vert="horz" wrap="square" lIns="73152" tIns="27432" rIns="36576" bIns="27432" anchor="t" anchorCtr="0">
            <a:prstTxWarp prst="textNoShape">
              <a:avLst/>
            </a:prstTxWarp>
            <a:spAutoFit/>
          </a:bodyPr>
          <a:lstStyle/>
          <a:p>
            <a:pPr marL="0" indent="0" algn="l">
              <a:lnSpc>
                <a:spcPct val="100000"/>
              </a:lnSpc>
              <a:spcBef>
                <a:spcPts val="0"/>
              </a:spcBef>
              <a:spcAft>
                <a:spcPts val="700"/>
              </a:spcAft>
              <a:buNone/>
            </a:pPr>
            <a:r>
              <a:rPr lang="en-US" altLang="zh-CN" sz="2400" b="0" i="0" u="none" strike="noStrike" kern="0" cap="none" spc="0" baseline="0">
                <a:solidFill>
                  <a:srgbClr val="232323"/>
                </a:solidFill>
                <a:latin typeface="Times New Roman" charset="0"/>
                <a:ea typeface="Arial" charset="0"/>
                <a:cs typeface="Arial" charset="0"/>
                <a:sym typeface="Arial" charset="0"/>
              </a:rPr>
              <a:t>Input features: slot ID, occupancy history, hour, day of week, traffic level and other available contextual attributes.</a:t>
            </a:r>
          </a:p>
          <a:p>
            <a:pPr marL="0" indent="0" algn="l">
              <a:lnSpc>
                <a:spcPct val="100000"/>
              </a:lnSpc>
              <a:spcBef>
                <a:spcPts val="0"/>
              </a:spcBef>
              <a:spcAft>
                <a:spcPts val="700"/>
              </a:spcAft>
              <a:buNone/>
            </a:pPr>
            <a:r>
              <a:rPr lang="en-US" altLang="zh-CN" sz="2400" b="0" i="0" u="none" strike="noStrike" kern="0" cap="none" spc="0" baseline="0">
                <a:solidFill>
                  <a:srgbClr val="232323"/>
                </a:solidFill>
                <a:latin typeface="Times New Roman" charset="0"/>
                <a:ea typeface="Arial" charset="0"/>
                <a:cs typeface="Arial" charset="0"/>
                <a:sym typeface="Arial" charset="0"/>
              </a:rPr>
              <a:t>Target variable: parking availability class — AVAILABLE or OCCUPIED.</a:t>
            </a:r>
          </a:p>
          <a:p>
            <a:pPr marL="0" indent="0" algn="l">
              <a:lnSpc>
                <a:spcPct val="100000"/>
              </a:lnSpc>
              <a:spcBef>
                <a:spcPts val="0"/>
              </a:spcBef>
              <a:spcAft>
                <a:spcPts val="700"/>
              </a:spcAft>
              <a:buNone/>
            </a:pPr>
            <a:r>
              <a:rPr lang="en-US" altLang="zh-CN" sz="2400" b="0" i="0" u="none" strike="noStrike" kern="0" cap="none" spc="0" baseline="0">
                <a:solidFill>
                  <a:srgbClr val="232323"/>
                </a:solidFill>
                <a:latin typeface="Times New Roman" charset="0"/>
                <a:ea typeface="Arial" charset="0"/>
                <a:cs typeface="Arial" charset="0"/>
                <a:sym typeface="Arial" charset="0"/>
              </a:rPr>
              <a:t>Training: use a training subset to build multiple decision trees; use the remaining test subset for unbiased evaluation.</a:t>
            </a:r>
          </a:p>
          <a:p>
            <a:pPr marL="0" indent="0" algn="l">
              <a:lnSpc>
                <a:spcPct val="100000"/>
              </a:lnSpc>
              <a:spcBef>
                <a:spcPts val="0"/>
              </a:spcBef>
              <a:spcAft>
                <a:spcPts val="700"/>
              </a:spcAft>
              <a:buNone/>
            </a:pPr>
            <a:r>
              <a:rPr lang="en-US" altLang="zh-CN" sz="2400" b="0" i="0" u="none" strike="noStrike" kern="0" cap="none" spc="0" baseline="0">
                <a:solidFill>
                  <a:srgbClr val="232323"/>
                </a:solidFill>
                <a:latin typeface="Times New Roman" charset="0"/>
                <a:ea typeface="Arial" charset="0"/>
                <a:cs typeface="Arial" charset="0"/>
                <a:sym typeface="Arial" charset="0"/>
              </a:rPr>
              <a:t>Random Forest hyper parameters can include number of trees, maximum depth, minimum samples per split and feature-selection strategy.</a:t>
            </a:r>
            <a:endParaRPr lang="zh-CN" altLang="en-US" sz="2400" b="0" i="0" u="none" strike="noStrike" kern="0" cap="none" spc="0" baseline="0">
              <a:solidFill>
                <a:srgbClr val="232323"/>
              </a:solidFill>
              <a:latin typeface="Times New Roman" charset="0"/>
              <a:ea typeface="Arial" charset="0"/>
              <a:cs typeface="Arial" charset="0"/>
              <a:sym typeface="Arial" charset="0"/>
            </a:endParaRPr>
          </a:p>
        </p:txBody>
      </p:sp>
      <p:sp>
        <p:nvSpPr>
          <p:cNvPr id="123" name="圆角矩形"/>
          <p:cNvSpPr>
            <a:spLocks/>
          </p:cNvSpPr>
          <p:nvPr/>
        </p:nvSpPr>
        <p:spPr>
          <a:xfrm>
            <a:off x="822960" y="5084702"/>
            <a:ext cx="2468880" cy="914400"/>
          </a:xfrm>
          <a:prstGeom prst="roundRect">
            <a:avLst>
              <a:gd name="adj" fmla="val 16666"/>
            </a:avLst>
          </a:prstGeom>
          <a:solidFill>
            <a:srgbClr val="F7FAFD"/>
          </a:solidFill>
          <a:ln w="16510" cap="flat" cmpd="sng">
            <a:solidFill>
              <a:srgbClr val="0066B4"/>
            </a:solidFill>
            <a:prstDash val="solid"/>
            <a:round/>
          </a:ln>
          <a:effectLst>
            <a:outerShdw blurRad="40000" dist="23000" dir="5400000" rotWithShape="0">
              <a:srgbClr val="000000">
                <a:alpha val="34509"/>
              </a:srgbClr>
            </a:outerShdw>
          </a:effectLst>
        </p:spPr>
        <p:txBody>
          <a:bodyPr vert="horz" wrap="square" lIns="109728" tIns="73152" rIns="109728" bIns="45720" anchor="ctr" anchorCtr="0">
            <a:prstTxWarp prst="textNoShape">
              <a:avLst/>
            </a:prstTxWarp>
          </a:bodyPr>
          <a:lstStyle/>
          <a:p>
            <a:pPr marL="0" indent="0" algn="ctr">
              <a:lnSpc>
                <a:spcPct val="100000"/>
              </a:lnSpc>
              <a:spcBef>
                <a:spcPts val="0"/>
              </a:spcBef>
              <a:spcAft>
                <a:spcPts val="0"/>
              </a:spcAft>
              <a:buNone/>
            </a:pPr>
            <a:r>
              <a:rPr lang="en-US" altLang="zh-CN" sz="1900" b="1" i="0" u="none" strike="noStrike" kern="0" cap="none" spc="0" baseline="0">
                <a:solidFill>
                  <a:srgbClr val="0066B4"/>
                </a:solidFill>
                <a:latin typeface="Times New Roman" charset="0"/>
                <a:ea typeface="宋体"/>
                <a:cs typeface="Arial" charset="0"/>
                <a:sym typeface="Arial" charset="0"/>
              </a:rPr>
              <a:t>Accuracy</a:t>
            </a:r>
          </a:p>
          <a:p>
            <a:pPr marL="0" indent="0" algn="ctr">
              <a:lnSpc>
                <a:spcPct val="100000"/>
              </a:lnSpc>
              <a:spcBef>
                <a:spcPts val="0"/>
              </a:spcBef>
              <a:spcAft>
                <a:spcPts val="0"/>
              </a:spcAft>
              <a:buNone/>
            </a:pPr>
            <a:r>
              <a:rPr lang="en-US" altLang="zh-CN" sz="1350" b="0" i="0" u="none" strike="noStrike" kern="0" cap="none" spc="0" baseline="0">
                <a:solidFill>
                  <a:srgbClr val="232323"/>
                </a:solidFill>
                <a:latin typeface="Times New Roman" charset="0"/>
                <a:ea typeface="宋体"/>
                <a:cs typeface="Arial" charset="0"/>
                <a:sym typeface="Arial" charset="0"/>
              </a:rPr>
              <a:t>Overall correct predictions</a:t>
            </a:r>
            <a:endParaRPr lang="zh-CN" altLang="en-US" sz="1350" b="0" i="0" u="none" strike="noStrike" kern="0" cap="none" spc="0" baseline="0">
              <a:solidFill>
                <a:srgbClr val="232323"/>
              </a:solidFill>
              <a:latin typeface="Times New Roman" charset="0"/>
              <a:ea typeface="宋体"/>
              <a:cs typeface="Arial" charset="0"/>
              <a:sym typeface="Arial" charset="0"/>
            </a:endParaRPr>
          </a:p>
        </p:txBody>
      </p:sp>
      <p:sp>
        <p:nvSpPr>
          <p:cNvPr id="124" name="圆角矩形"/>
          <p:cNvSpPr>
            <a:spLocks/>
          </p:cNvSpPr>
          <p:nvPr/>
        </p:nvSpPr>
        <p:spPr>
          <a:xfrm>
            <a:off x="3566160" y="5084702"/>
            <a:ext cx="2468879" cy="914400"/>
          </a:xfrm>
          <a:prstGeom prst="roundRect">
            <a:avLst>
              <a:gd name="adj" fmla="val 16666"/>
            </a:avLst>
          </a:prstGeom>
          <a:solidFill>
            <a:srgbClr val="F7FAFD"/>
          </a:solidFill>
          <a:ln w="16510" cap="flat" cmpd="sng">
            <a:solidFill>
              <a:srgbClr val="2D8255"/>
            </a:solidFill>
            <a:prstDash val="solid"/>
            <a:round/>
          </a:ln>
          <a:effectLst>
            <a:outerShdw blurRad="40000" dist="23000" dir="5400000" rotWithShape="0">
              <a:srgbClr val="000000">
                <a:alpha val="34509"/>
              </a:srgbClr>
            </a:outerShdw>
          </a:effectLst>
        </p:spPr>
        <p:txBody>
          <a:bodyPr vert="horz" wrap="square" lIns="109728" tIns="73152" rIns="109728" bIns="45720" anchor="ctr" anchorCtr="0">
            <a:prstTxWarp prst="textNoShape">
              <a:avLst/>
            </a:prstTxWarp>
          </a:bodyPr>
          <a:lstStyle/>
          <a:p>
            <a:pPr marL="0" indent="0" algn="ctr">
              <a:lnSpc>
                <a:spcPct val="100000"/>
              </a:lnSpc>
              <a:spcBef>
                <a:spcPts val="0"/>
              </a:spcBef>
              <a:spcAft>
                <a:spcPts val="0"/>
              </a:spcAft>
              <a:buNone/>
            </a:pPr>
            <a:r>
              <a:rPr lang="en-US" altLang="zh-CN" sz="1900" b="1" i="0" u="none" strike="noStrike" kern="0" cap="none" spc="0" baseline="0">
                <a:solidFill>
                  <a:srgbClr val="2D8255"/>
                </a:solidFill>
                <a:latin typeface="Times New Roman" charset="0"/>
                <a:ea typeface="宋体"/>
                <a:cs typeface="Arial" charset="0"/>
                <a:sym typeface="Arial" charset="0"/>
              </a:rPr>
              <a:t>Precision</a:t>
            </a:r>
          </a:p>
          <a:p>
            <a:pPr marL="0" indent="0" algn="ctr">
              <a:lnSpc>
                <a:spcPct val="100000"/>
              </a:lnSpc>
              <a:spcBef>
                <a:spcPts val="0"/>
              </a:spcBef>
              <a:spcAft>
                <a:spcPts val="0"/>
              </a:spcAft>
              <a:buNone/>
            </a:pPr>
            <a:r>
              <a:rPr lang="en-US" altLang="zh-CN" sz="1350" b="0" i="0" u="none" strike="noStrike" kern="0" cap="none" spc="0" baseline="0">
                <a:solidFill>
                  <a:srgbClr val="232323"/>
                </a:solidFill>
                <a:latin typeface="Times New Roman" charset="0"/>
                <a:ea typeface="宋体"/>
                <a:cs typeface="Arial" charset="0"/>
                <a:sym typeface="Arial" charset="0"/>
              </a:rPr>
              <a:t>Correct positive predictions</a:t>
            </a:r>
            <a:endParaRPr lang="zh-CN" altLang="en-US" sz="1350" b="0" i="0" u="none" strike="noStrike" kern="0" cap="none" spc="0" baseline="0">
              <a:solidFill>
                <a:srgbClr val="232323"/>
              </a:solidFill>
              <a:latin typeface="Times New Roman" charset="0"/>
              <a:ea typeface="宋体"/>
              <a:cs typeface="Arial" charset="0"/>
              <a:sym typeface="Arial" charset="0"/>
            </a:endParaRPr>
          </a:p>
        </p:txBody>
      </p:sp>
      <p:sp>
        <p:nvSpPr>
          <p:cNvPr id="125" name="圆角矩形"/>
          <p:cNvSpPr>
            <a:spLocks/>
          </p:cNvSpPr>
          <p:nvPr/>
        </p:nvSpPr>
        <p:spPr>
          <a:xfrm>
            <a:off x="6309360" y="5108120"/>
            <a:ext cx="2468879" cy="914400"/>
          </a:xfrm>
          <a:prstGeom prst="roundRect">
            <a:avLst>
              <a:gd name="adj" fmla="val 16666"/>
            </a:avLst>
          </a:prstGeom>
          <a:solidFill>
            <a:srgbClr val="F7FAFD"/>
          </a:solidFill>
          <a:ln w="16510" cap="flat" cmpd="sng">
            <a:solidFill>
              <a:srgbClr val="DC7D23"/>
            </a:solidFill>
            <a:prstDash val="solid"/>
            <a:round/>
          </a:ln>
          <a:effectLst>
            <a:outerShdw blurRad="40000" dist="23000" dir="5400000" rotWithShape="0">
              <a:srgbClr val="000000">
                <a:alpha val="34509"/>
              </a:srgbClr>
            </a:outerShdw>
          </a:effectLst>
        </p:spPr>
        <p:txBody>
          <a:bodyPr vert="horz" wrap="square" lIns="109728" tIns="73152" rIns="109728" bIns="45720" anchor="ctr" anchorCtr="0">
            <a:prstTxWarp prst="textNoShape">
              <a:avLst/>
            </a:prstTxWarp>
          </a:bodyPr>
          <a:lstStyle/>
          <a:p>
            <a:pPr marL="0" indent="0" algn="ctr">
              <a:lnSpc>
                <a:spcPct val="100000"/>
              </a:lnSpc>
              <a:spcBef>
                <a:spcPts val="0"/>
              </a:spcBef>
              <a:spcAft>
                <a:spcPts val="0"/>
              </a:spcAft>
              <a:buNone/>
            </a:pPr>
            <a:r>
              <a:rPr lang="en-US" altLang="zh-CN" sz="1900" b="1" i="0" u="none" strike="noStrike" kern="0" cap="none" spc="0" baseline="0">
                <a:solidFill>
                  <a:srgbClr val="DC7D23"/>
                </a:solidFill>
                <a:latin typeface="Times New Roman" charset="0"/>
                <a:ea typeface="宋体"/>
                <a:cs typeface="Arial" charset="0"/>
                <a:sym typeface="Arial" charset="0"/>
              </a:rPr>
              <a:t>Recall</a:t>
            </a:r>
          </a:p>
          <a:p>
            <a:pPr marL="0" indent="0" algn="ctr">
              <a:lnSpc>
                <a:spcPct val="100000"/>
              </a:lnSpc>
              <a:spcBef>
                <a:spcPts val="0"/>
              </a:spcBef>
              <a:spcAft>
                <a:spcPts val="0"/>
              </a:spcAft>
              <a:buNone/>
            </a:pPr>
            <a:r>
              <a:rPr lang="en-US" altLang="zh-CN" sz="1350" b="0" i="0" u="none" strike="noStrike" kern="0" cap="none" spc="0" baseline="0">
                <a:solidFill>
                  <a:srgbClr val="232323"/>
                </a:solidFill>
                <a:latin typeface="Times New Roman" charset="0"/>
                <a:ea typeface="宋体"/>
                <a:cs typeface="Arial" charset="0"/>
                <a:sym typeface="Arial" charset="0"/>
              </a:rPr>
              <a:t>Ability to detect the class</a:t>
            </a:r>
            <a:endParaRPr lang="zh-CN" altLang="en-US" sz="1350" b="0" i="0" u="none" strike="noStrike" kern="0" cap="none" spc="0" baseline="0">
              <a:solidFill>
                <a:srgbClr val="232323"/>
              </a:solidFill>
              <a:latin typeface="Times New Roman" charset="0"/>
              <a:ea typeface="宋体"/>
              <a:cs typeface="Arial" charset="0"/>
              <a:sym typeface="Arial" charset="0"/>
            </a:endParaRPr>
          </a:p>
        </p:txBody>
      </p:sp>
      <p:sp>
        <p:nvSpPr>
          <p:cNvPr id="126" name="圆角矩形"/>
          <p:cNvSpPr>
            <a:spLocks/>
          </p:cNvSpPr>
          <p:nvPr/>
        </p:nvSpPr>
        <p:spPr>
          <a:xfrm>
            <a:off x="9052560" y="5108120"/>
            <a:ext cx="2468879" cy="914400"/>
          </a:xfrm>
          <a:prstGeom prst="roundRect">
            <a:avLst>
              <a:gd name="adj" fmla="val 16666"/>
            </a:avLst>
          </a:prstGeom>
          <a:solidFill>
            <a:srgbClr val="F7FAFD"/>
          </a:solidFill>
          <a:ln w="16510" cap="flat" cmpd="sng">
            <a:solidFill>
              <a:srgbClr val="0066B4"/>
            </a:solidFill>
            <a:prstDash val="solid"/>
            <a:round/>
          </a:ln>
          <a:effectLst>
            <a:outerShdw blurRad="40000" dist="23000" dir="5400000" rotWithShape="0">
              <a:srgbClr val="000000">
                <a:alpha val="34509"/>
              </a:srgbClr>
            </a:outerShdw>
          </a:effectLst>
        </p:spPr>
        <p:txBody>
          <a:bodyPr vert="horz" wrap="square" lIns="109728" tIns="73152" rIns="109728" bIns="45720" anchor="ctr" anchorCtr="0">
            <a:prstTxWarp prst="textNoShape">
              <a:avLst/>
            </a:prstTxWarp>
          </a:bodyPr>
          <a:lstStyle/>
          <a:p>
            <a:pPr marL="0" indent="0" algn="ctr">
              <a:lnSpc>
                <a:spcPct val="100000"/>
              </a:lnSpc>
              <a:spcBef>
                <a:spcPts val="0"/>
              </a:spcBef>
              <a:spcAft>
                <a:spcPts val="0"/>
              </a:spcAft>
              <a:buNone/>
            </a:pPr>
            <a:r>
              <a:rPr lang="en-US" altLang="zh-CN" sz="1900" b="1" i="0" u="none" strike="noStrike" kern="0" cap="none" spc="0" baseline="0">
                <a:solidFill>
                  <a:srgbClr val="0066B4"/>
                </a:solidFill>
                <a:latin typeface="Times New Roman" charset="0"/>
                <a:ea typeface="宋体"/>
                <a:cs typeface="Arial" charset="0"/>
                <a:sym typeface="Arial" charset="0"/>
              </a:rPr>
              <a:t>F1-Score</a:t>
            </a:r>
          </a:p>
          <a:p>
            <a:pPr marL="0" indent="0" algn="ctr">
              <a:lnSpc>
                <a:spcPct val="100000"/>
              </a:lnSpc>
              <a:spcBef>
                <a:spcPts val="0"/>
              </a:spcBef>
              <a:spcAft>
                <a:spcPts val="0"/>
              </a:spcAft>
              <a:buNone/>
            </a:pPr>
            <a:r>
              <a:rPr lang="en-US" altLang="zh-CN" sz="1350" b="0" i="0" u="none" strike="noStrike" kern="0" cap="none" spc="0" baseline="0">
                <a:solidFill>
                  <a:srgbClr val="232323"/>
                </a:solidFill>
                <a:latin typeface="Times New Roman" charset="0"/>
                <a:ea typeface="宋体"/>
                <a:cs typeface="Arial" charset="0"/>
                <a:sym typeface="Arial" charset="0"/>
              </a:rPr>
              <a:t>Balance of precision &amp; recall</a:t>
            </a:r>
            <a:endParaRPr lang="zh-CN" altLang="en-US" sz="1350" b="0" i="0" u="none" strike="noStrike" kern="0" cap="none" spc="0" baseline="0">
              <a:solidFill>
                <a:srgbClr val="232323"/>
              </a:solidFill>
              <a:latin typeface="Times New Roman" charset="0"/>
              <a:ea typeface="宋体"/>
              <a:cs typeface="Arial" charset="0"/>
              <a:sym typeface="Arial" charset="0"/>
            </a:endParaRPr>
          </a:p>
        </p:txBody>
      </p:sp>
      <p:sp>
        <p:nvSpPr>
          <p:cNvPr id="127" name="文本框"/>
          <p:cNvSpPr>
            <a:spLocks noGrp="1"/>
          </p:cNvSpPr>
          <p:nvPr>
            <p:ph type="body" idx="1"/>
          </p:nvPr>
        </p:nvSpPr>
        <p:spPr>
          <a:xfrm>
            <a:off x="4206674" y="570964"/>
            <a:ext cx="4205370" cy="577175"/>
          </a:xfrm>
          <a:prstGeom prst="rect">
            <a:avLst/>
          </a:prstGeom>
          <a:noFill/>
          <a:ln w="12700" cap="flat" cmpd="sng">
            <a:noFill/>
            <a:prstDash val="solid"/>
            <a:round/>
          </a:ln>
        </p:spPr>
        <p:txBody>
          <a:bodyPr vert="horz" wrap="square" lIns="91425" tIns="45700" rIns="91425" bIns="45700" anchor="t" anchorCtr="0">
            <a:prstTxWarp prst="textNoShape">
              <a:avLst/>
            </a:prstTxWarp>
            <a:spAutoFit/>
          </a:bodyPr>
          <a:lstStyle/>
          <a:p>
            <a:pPr marL="0" indent="0" algn="l">
              <a:lnSpc>
                <a:spcPct val="100000"/>
              </a:lnSpc>
              <a:spcBef>
                <a:spcPts val="0"/>
              </a:spcBef>
              <a:spcAft>
                <a:spcPts val="0"/>
              </a:spcAft>
              <a:buNone/>
            </a:pPr>
            <a:r>
              <a:rPr lang="en-US" altLang="zh-CN" sz="3200" b="1" i="0" u="none" strike="noStrike" kern="0" cap="none" spc="0" baseline="0">
                <a:solidFill>
                  <a:srgbClr val="000000"/>
                </a:solidFill>
                <a:latin typeface="Times New Roman" charset="0"/>
                <a:ea typeface="Times New Roman" charset="0"/>
                <a:cs typeface="Times New Roman" charset="0"/>
                <a:sym typeface="Times New Roman" charset="0"/>
              </a:rPr>
              <a:t>IMPLEMENTATION</a:t>
            </a:r>
            <a:endParaRPr lang="zh-CN" altLang="en-US" sz="3200" b="1" i="0" u="none" strike="noStrike" kern="0" cap="none" spc="0" baseline="0">
              <a:solidFill>
                <a:srgbClr val="000000"/>
              </a:solidFill>
              <a:latin typeface="Times New Roman" charset="0"/>
              <a:ea typeface="Times New Roman" charset="0"/>
              <a:cs typeface="Times New Roman" charset="0"/>
              <a:sym typeface="Times New Roman" charset="0"/>
            </a:endParaRPr>
          </a:p>
        </p:txBody>
      </p:sp>
    </p:spTree>
    <p:extLst>
      <p:ext uri="{BB962C8B-B14F-4D97-AF65-F5344CB8AC3E}">
        <p14:creationId xmlns:p14="http://schemas.microsoft.com/office/powerpoint/2010/main" val="102144172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0" name="文本框"/>
          <p:cNvSpPr>
            <a:spLocks noGrp="1"/>
          </p:cNvSpPr>
          <p:nvPr>
            <p:ph type="sldNum"/>
          </p:nvPr>
        </p:nvSpPr>
        <p:spPr>
          <a:xfrm>
            <a:off x="8610600" y="6356349"/>
            <a:ext cx="2743200" cy="365125"/>
          </a:xfrm>
          <a:prstGeom prst="rect">
            <a:avLst/>
          </a:prstGeom>
          <a:noFill/>
          <a:ln w="12700" cap="flat" cmpd="sng">
            <a:noFill/>
            <a:prstDash val="solid"/>
            <a:round/>
          </a:ln>
        </p:spPr>
        <p:txBody>
          <a:bodyPr vert="horz" wrap="square" lIns="91425" tIns="45700" rIns="91425" bIns="45700" anchor="ctr" anchorCtr="0">
            <a:prstTxWarp prst="textNoShape">
              <a:avLst/>
            </a:prstTxWarp>
          </a:bodyPr>
          <a:lstStyle/>
          <a:p>
            <a:pPr marL="0" indent="0" algn="r">
              <a:lnSpc>
                <a:spcPct val="100000"/>
              </a:lnSpc>
              <a:spcBef>
                <a:spcPts val="0"/>
              </a:spcBef>
              <a:spcAft>
                <a:spcPts val="0"/>
              </a:spcAft>
              <a:buNone/>
            </a:pPr>
            <a:fld id="{CAD2D6BD-DE1B-4B5F-8B41-2702339687B9}" type="slidenum">
              <a:rPr lang="en-US" altLang="zh-CN" sz="1200" b="0" i="0" u="none" strike="noStrike" kern="0" cap="none" spc="0" baseline="0">
                <a:solidFill>
                  <a:srgbClr val="888888"/>
                </a:solidFill>
                <a:latin typeface="Calibri" charset="0"/>
                <a:ea typeface="Calibri" charset="0"/>
                <a:cs typeface="Calibri" charset="0"/>
                <a:sym typeface="Calibri" charset="0"/>
              </a:rPr>
              <a:t>18</a:t>
            </a:fld>
            <a:endParaRPr lang="zh-CN" altLang="en-US" sz="1200" b="0" i="0" u="none" strike="noStrike" kern="0" cap="none" spc="0" baseline="0">
              <a:solidFill>
                <a:srgbClr val="888888"/>
              </a:solidFill>
              <a:latin typeface="Calibri" charset="0"/>
              <a:ea typeface="Calibri" charset="0"/>
              <a:cs typeface="Calibri" charset="0"/>
              <a:sym typeface="Calibri" charset="0"/>
            </a:endParaRPr>
          </a:p>
        </p:txBody>
      </p:sp>
      <p:sp>
        <p:nvSpPr>
          <p:cNvPr id="131" name="矩形"/>
          <p:cNvSpPr>
            <a:spLocks/>
          </p:cNvSpPr>
          <p:nvPr/>
        </p:nvSpPr>
        <p:spPr>
          <a:xfrm>
            <a:off x="4034803" y="545616"/>
            <a:ext cx="4692102" cy="577175"/>
          </a:xfrm>
          <a:prstGeom prst="rect">
            <a:avLst/>
          </a:prstGeom>
          <a:noFill/>
          <a:ln w="12700" cap="flat" cmpd="sng">
            <a:noFill/>
            <a:prstDash val="solid"/>
            <a:round/>
          </a:ln>
        </p:spPr>
        <p:txBody>
          <a:bodyPr vert="horz" wrap="square" lIns="91425" tIns="45700" rIns="91425" bIns="45700" anchor="t" anchorCtr="0">
            <a:prstTxWarp prst="textNoShape">
              <a:avLst/>
            </a:prstTxWarp>
            <a:spAutoFit/>
          </a:bodyPr>
          <a:lstStyle/>
          <a:p>
            <a:pPr marL="0" indent="0" algn="l">
              <a:lnSpc>
                <a:spcPct val="100000"/>
              </a:lnSpc>
              <a:spcBef>
                <a:spcPts val="0"/>
              </a:spcBef>
              <a:spcAft>
                <a:spcPts val="0"/>
              </a:spcAft>
              <a:buNone/>
            </a:pPr>
            <a:r>
              <a:rPr lang="en-US" altLang="zh-CN" sz="3200" b="1" i="0" u="none" strike="noStrike" kern="0" cap="none" spc="0" baseline="0">
                <a:solidFill>
                  <a:srgbClr val="000000"/>
                </a:solidFill>
                <a:latin typeface="Times New Roman" charset="0"/>
                <a:ea typeface="Times New Roman" charset="0"/>
                <a:cs typeface="Times New Roman" charset="0"/>
                <a:sym typeface="Times New Roman" charset="0"/>
              </a:rPr>
              <a:t>RESULT AND OUTPUT</a:t>
            </a:r>
            <a:endParaRPr lang="zh-CN" altLang="en-US" sz="3200" b="1" i="0" u="none" strike="noStrike" kern="0" cap="none" spc="0" baseline="0">
              <a:solidFill>
                <a:srgbClr val="000000"/>
              </a:solidFill>
              <a:latin typeface="Times New Roman" charset="0"/>
              <a:ea typeface="Times New Roman" charset="0"/>
              <a:cs typeface="Times New Roman" charset="0"/>
              <a:sym typeface="Times New Roman" charset="0"/>
            </a:endParaRPr>
          </a:p>
        </p:txBody>
      </p:sp>
      <p:sp>
        <p:nvSpPr>
          <p:cNvPr id="132" name="矩形" descr="Output image"/>
          <p:cNvSpPr>
            <a:spLocks/>
          </p:cNvSpPr>
          <p:nvPr/>
        </p:nvSpPr>
        <p:spPr>
          <a:xfrm>
            <a:off x="155575" y="-144463"/>
            <a:ext cx="304800" cy="304800"/>
          </a:xfrm>
          <a:prstGeom prst="rect">
            <a:avLst/>
          </a:prstGeom>
          <a:noFill/>
          <a:ln w="12700" cap="flat" cmpd="sng">
            <a:noFill/>
            <a:prstDash val="solid"/>
            <a:round/>
          </a:ln>
        </p:spPr>
      </p:sp>
      <p:sp>
        <p:nvSpPr>
          <p:cNvPr id="133" name="矩形" descr="Output image"/>
          <p:cNvSpPr>
            <a:spLocks/>
          </p:cNvSpPr>
          <p:nvPr/>
        </p:nvSpPr>
        <p:spPr>
          <a:xfrm>
            <a:off x="155575" y="-144463"/>
            <a:ext cx="304800" cy="304800"/>
          </a:xfrm>
          <a:prstGeom prst="rect">
            <a:avLst/>
          </a:prstGeom>
          <a:noFill/>
          <a:ln w="12700" cap="flat" cmpd="sng">
            <a:noFill/>
            <a:prstDash val="solid"/>
            <a:round/>
          </a:ln>
        </p:spPr>
      </p:sp>
      <p:sp>
        <p:nvSpPr>
          <p:cNvPr id="134" name="矩形" descr="Output image"/>
          <p:cNvSpPr>
            <a:spLocks/>
          </p:cNvSpPr>
          <p:nvPr/>
        </p:nvSpPr>
        <p:spPr>
          <a:xfrm>
            <a:off x="155575" y="-144463"/>
            <a:ext cx="304800" cy="304800"/>
          </a:xfrm>
          <a:prstGeom prst="rect">
            <a:avLst/>
          </a:prstGeom>
          <a:noFill/>
          <a:ln w="12700" cap="flat" cmpd="sng">
            <a:noFill/>
            <a:prstDash val="solid"/>
            <a:round/>
          </a:ln>
        </p:spPr>
      </p:sp>
      <p:pic>
        <p:nvPicPr>
          <p:cNvPr id="8" name="Picture 7">
            <a:extLst>
              <a:ext uri="{FF2B5EF4-FFF2-40B4-BE49-F238E27FC236}">
                <a16:creationId xmlns:a16="http://schemas.microsoft.com/office/drawing/2014/main" xmlns="" id="{2E3343A5-1C6E-C6A8-4A74-93C6CEDB94AA}"/>
              </a:ext>
            </a:extLst>
          </p:cNvPr>
          <p:cNvPicPr>
            <a:picLocks noChangeAspect="1"/>
          </p:cNvPicPr>
          <p:nvPr/>
        </p:nvPicPr>
        <p:blipFill>
          <a:blip r:embed="rId3"/>
          <a:srcRect t="19391" b="10165"/>
          <a:stretch>
            <a:fillRect/>
          </a:stretch>
        </p:blipFill>
        <p:spPr>
          <a:xfrm>
            <a:off x="298366" y="1295400"/>
            <a:ext cx="11595267" cy="4895901"/>
          </a:xfrm>
          <a:prstGeom prst="rect">
            <a:avLst/>
          </a:prstGeom>
        </p:spPr>
      </p:pic>
    </p:spTree>
    <p:extLst>
      <p:ext uri="{BB962C8B-B14F-4D97-AF65-F5344CB8AC3E}">
        <p14:creationId xmlns:p14="http://schemas.microsoft.com/office/powerpoint/2010/main" val="37472677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8" name="矩形"/>
          <p:cNvSpPr>
            <a:spLocks/>
          </p:cNvSpPr>
          <p:nvPr/>
        </p:nvSpPr>
        <p:spPr>
          <a:xfrm>
            <a:off x="509273" y="1594318"/>
            <a:ext cx="11506263" cy="4842764"/>
          </a:xfrm>
          <a:prstGeom prst="rect">
            <a:avLst/>
          </a:prstGeom>
          <a:noFill/>
          <a:ln w="12700" cap="flat" cmpd="sng">
            <a:noFill/>
            <a:prstDash val="solid"/>
            <a:miter/>
          </a:ln>
        </p:spPr>
        <p:txBody>
          <a:bodyPr vert="horz" wrap="square" lIns="73152" tIns="27432" rIns="36576" bIns="27432" anchor="t" anchorCtr="0">
            <a:prstTxWarp prst="textNoShape">
              <a:avLst/>
            </a:prstTxWarp>
            <a:spAutoFit/>
          </a:bodyPr>
          <a:lstStyle/>
          <a:p>
            <a:pPr marL="0" indent="0" algn="l">
              <a:lnSpc>
                <a:spcPct val="100000"/>
              </a:lnSpc>
              <a:spcBef>
                <a:spcPts val="0"/>
              </a:spcBef>
              <a:spcAft>
                <a:spcPts val="700"/>
              </a:spcAft>
              <a:buNone/>
            </a:pPr>
            <a:r>
              <a:rPr lang="en-US" altLang="zh-CN" sz="2400" b="0" i="0" u="none" strike="noStrike" kern="0" cap="none" spc="0" baseline="0">
                <a:solidFill>
                  <a:srgbClr val="232323"/>
                </a:solidFill>
                <a:latin typeface="Times New Roman" charset="0"/>
                <a:ea typeface="Arial" charset="0"/>
                <a:cs typeface="Arial" charset="0"/>
                <a:sym typeface="Arial" charset="0"/>
              </a:rPr>
              <a:t>The proposed Smart Parking Availability System applies Random Forest classification to predict parking-slot status.</a:t>
            </a:r>
          </a:p>
          <a:p>
            <a:pPr marL="0" indent="0" algn="l">
              <a:lnSpc>
                <a:spcPct val="100000"/>
              </a:lnSpc>
              <a:spcBef>
                <a:spcPts val="0"/>
              </a:spcBef>
              <a:spcAft>
                <a:spcPts val="700"/>
              </a:spcAft>
              <a:buNone/>
            </a:pPr>
            <a:r>
              <a:rPr lang="en-US" altLang="zh-CN" sz="2400" b="0" i="0" u="none" strike="noStrike" kern="0" cap="none" spc="0" baseline="0">
                <a:solidFill>
                  <a:srgbClr val="232323"/>
                </a:solidFill>
                <a:latin typeface="Times New Roman" charset="0"/>
                <a:ea typeface="Arial" charset="0"/>
                <a:cs typeface="Arial" charset="0"/>
                <a:sym typeface="Arial" charset="0"/>
              </a:rPr>
              <a:t>Combining historical occupancy and contextual features can support more informed parking decisions.</a:t>
            </a:r>
          </a:p>
          <a:p>
            <a:pPr marL="0" indent="0" algn="l">
              <a:lnSpc>
                <a:spcPct val="100000"/>
              </a:lnSpc>
              <a:spcBef>
                <a:spcPts val="0"/>
              </a:spcBef>
              <a:spcAft>
                <a:spcPts val="700"/>
              </a:spcAft>
              <a:buNone/>
            </a:pPr>
            <a:r>
              <a:rPr lang="en-US" altLang="zh-CN" sz="2400" b="0" i="0" u="none" strike="noStrike" kern="0" cap="none" spc="0" baseline="0">
                <a:solidFill>
                  <a:srgbClr val="232323"/>
                </a:solidFill>
                <a:latin typeface="Times New Roman" charset="0"/>
                <a:ea typeface="Arial" charset="0"/>
                <a:cs typeface="Arial" charset="0"/>
                <a:sym typeface="Arial" charset="0"/>
              </a:rPr>
              <a:t>The architecture connects data collection, preprocessing, machine-learning prediction, database updates and a user dashboard.</a:t>
            </a:r>
          </a:p>
          <a:p>
            <a:pPr marL="0" indent="0" algn="l">
              <a:lnSpc>
                <a:spcPct val="100000"/>
              </a:lnSpc>
              <a:spcBef>
                <a:spcPts val="0"/>
              </a:spcBef>
              <a:spcAft>
                <a:spcPts val="700"/>
              </a:spcAft>
              <a:buNone/>
            </a:pPr>
            <a:r>
              <a:rPr lang="en-US" altLang="zh-CN" sz="2400" b="0" i="0" u="none" strike="noStrike" kern="0" cap="none" spc="0" baseline="0">
                <a:solidFill>
                  <a:srgbClr val="232323"/>
                </a:solidFill>
                <a:latin typeface="Times New Roman" charset="0"/>
                <a:ea typeface="Arial" charset="0"/>
                <a:cs typeface="Arial" charset="0"/>
                <a:sym typeface="Arial" charset="0"/>
              </a:rPr>
              <a:t>The approach can be extended from a binary slot classifier to multi-zone availability forecasting.</a:t>
            </a:r>
          </a:p>
          <a:p>
            <a:pPr marL="0" indent="0" algn="l">
              <a:lnSpc>
                <a:spcPct val="100000"/>
              </a:lnSpc>
              <a:spcBef>
                <a:spcPts val="0"/>
              </a:spcBef>
              <a:spcAft>
                <a:spcPts val="700"/>
              </a:spcAft>
              <a:buNone/>
            </a:pPr>
            <a:r>
              <a:rPr lang="en-US" altLang="zh-CN" sz="2400" b="0" i="0" u="none" strike="noStrike" kern="0" cap="none" spc="0" baseline="0">
                <a:solidFill>
                  <a:srgbClr val="232323"/>
                </a:solidFill>
                <a:latin typeface="Times New Roman" charset="0"/>
                <a:ea typeface="Arial" charset="0"/>
                <a:cs typeface="Arial" charset="0"/>
                <a:sym typeface="Arial" charset="0"/>
              </a:rPr>
              <a:t>Future work can integrate IoT sensors, camera-based occupancy detection, cloud deployment and mobile notifications.</a:t>
            </a:r>
          </a:p>
          <a:p>
            <a:pPr marL="0" indent="0" algn="l">
              <a:lnSpc>
                <a:spcPct val="100000"/>
              </a:lnSpc>
              <a:spcBef>
                <a:spcPts val="0"/>
              </a:spcBef>
              <a:spcAft>
                <a:spcPts val="700"/>
              </a:spcAft>
              <a:buNone/>
            </a:pPr>
            <a:r>
              <a:rPr lang="en-US" altLang="zh-CN" sz="2400" b="0" i="0" u="none" strike="noStrike" kern="0" cap="none" spc="0" baseline="0">
                <a:solidFill>
                  <a:srgbClr val="232323"/>
                </a:solidFill>
                <a:latin typeface="Times New Roman" charset="0"/>
                <a:ea typeface="Arial" charset="0"/>
                <a:cs typeface="Arial" charset="0"/>
                <a:sym typeface="Arial" charset="0"/>
              </a:rPr>
              <a:t>Advanced versions can add short-term occupancy forecasting, route guidance and dynamic parking recommendations.</a:t>
            </a:r>
            <a:endParaRPr lang="zh-CN" altLang="en-US" sz="2400" b="0" i="0" u="none" strike="noStrike" kern="0" cap="none" spc="0" baseline="0">
              <a:solidFill>
                <a:srgbClr val="232323"/>
              </a:solidFill>
              <a:latin typeface="Times New Roman" charset="0"/>
              <a:ea typeface="Arial" charset="0"/>
              <a:cs typeface="Arial" charset="0"/>
              <a:sym typeface="Arial" charset="0"/>
            </a:endParaRPr>
          </a:p>
        </p:txBody>
      </p:sp>
      <p:sp>
        <p:nvSpPr>
          <p:cNvPr id="139" name="文本框"/>
          <p:cNvSpPr>
            <a:spLocks noGrp="1"/>
          </p:cNvSpPr>
          <p:nvPr>
            <p:ph type="body" idx="1"/>
          </p:nvPr>
        </p:nvSpPr>
        <p:spPr>
          <a:xfrm>
            <a:off x="2653282" y="641017"/>
            <a:ext cx="7218244" cy="577175"/>
          </a:xfrm>
          <a:prstGeom prst="rect">
            <a:avLst/>
          </a:prstGeom>
          <a:noFill/>
          <a:ln w="12700" cap="flat" cmpd="sng">
            <a:noFill/>
            <a:prstDash val="solid"/>
            <a:round/>
          </a:ln>
        </p:spPr>
        <p:txBody>
          <a:bodyPr vert="horz" wrap="square" lIns="91425" tIns="45700" rIns="91425" bIns="45700" anchor="t" anchorCtr="0">
            <a:prstTxWarp prst="textNoShape">
              <a:avLst/>
            </a:prstTxWarp>
            <a:spAutoFit/>
          </a:bodyPr>
          <a:lstStyle/>
          <a:p>
            <a:pPr marL="0" indent="0" algn="l">
              <a:lnSpc>
                <a:spcPct val="100000"/>
              </a:lnSpc>
              <a:spcBef>
                <a:spcPts val="0"/>
              </a:spcBef>
              <a:spcAft>
                <a:spcPts val="0"/>
              </a:spcAft>
              <a:buNone/>
            </a:pPr>
            <a:r>
              <a:rPr lang="en-US" altLang="zh-CN" sz="3200" b="1" i="0" u="none" strike="noStrike" kern="0" cap="none" spc="0" baseline="0">
                <a:solidFill>
                  <a:srgbClr val="000000"/>
                </a:solidFill>
                <a:latin typeface="Times New Roman" charset="0"/>
                <a:ea typeface="Times New Roman" charset="0"/>
                <a:cs typeface="Times New Roman" charset="0"/>
                <a:sym typeface="Times New Roman" charset="0"/>
              </a:rPr>
              <a:t>CONCLUSION AND FUTURE SCOPE</a:t>
            </a:r>
            <a:endParaRPr lang="zh-CN" altLang="en-US" sz="3200" b="1" i="0" u="none" strike="noStrike" kern="0" cap="none" spc="0" baseline="0">
              <a:solidFill>
                <a:srgbClr val="000000"/>
              </a:solidFill>
              <a:latin typeface="Times New Roman" charset="0"/>
              <a:ea typeface="Times New Roman" charset="0"/>
              <a:cs typeface="Times New Roman" charset="0"/>
              <a:sym typeface="Times New Roman" charset="0"/>
            </a:endParaRPr>
          </a:p>
        </p:txBody>
      </p:sp>
    </p:spTree>
    <p:extLst>
      <p:ext uri="{BB962C8B-B14F-4D97-AF65-F5344CB8AC3E}">
        <p14:creationId xmlns:p14="http://schemas.microsoft.com/office/powerpoint/2010/main" val="144216909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2" name="文本框"/>
          <p:cNvSpPr>
            <a:spLocks noGrp="1"/>
          </p:cNvSpPr>
          <p:nvPr>
            <p:ph type="title"/>
          </p:nvPr>
        </p:nvSpPr>
        <p:spPr>
          <a:xfrm>
            <a:off x="2274211" y="2943775"/>
            <a:ext cx="7643578" cy="970449"/>
          </a:xfrm>
          <a:prstGeom prst="rect">
            <a:avLst/>
          </a:prstGeom>
          <a:noFill/>
          <a:ln w="12700" cap="flat" cmpd="sng">
            <a:noFill/>
            <a:prstDash val="solid"/>
            <a:round/>
          </a:ln>
        </p:spPr>
        <p:txBody>
          <a:bodyPr vert="horz" wrap="square" lIns="91425" tIns="45700" rIns="91425" bIns="45700" anchor="ctr" anchorCtr="0">
            <a:prstTxWarp prst="textNoShape">
              <a:avLst/>
            </a:prstTxWarp>
          </a:bodyPr>
          <a:lstStyle/>
          <a:p>
            <a:pPr marL="0" indent="0" algn="just">
              <a:lnSpc>
                <a:spcPct val="90000"/>
              </a:lnSpc>
              <a:spcBef>
                <a:spcPts val="0"/>
              </a:spcBef>
              <a:spcAft>
                <a:spcPts val="0"/>
              </a:spcAft>
              <a:buNone/>
            </a:pPr>
            <a:r>
              <a:rPr lang="en-US" altLang="zh-CN" sz="11500" b="1" i="0" u="none" strike="noStrike" kern="0" cap="none" spc="0" baseline="0">
                <a:solidFill>
                  <a:srgbClr val="000000"/>
                </a:solidFill>
                <a:latin typeface="Times New Roman" charset="0"/>
                <a:ea typeface="Times New Roman" charset="0"/>
                <a:cs typeface="Times New Roman" charset="0"/>
                <a:sym typeface="Times New Roman" charset="0"/>
              </a:rPr>
              <a:t>Thank You</a:t>
            </a:r>
            <a:endParaRPr lang="zh-CN" altLang="en-US" sz="11500" b="1" i="0" u="none" strike="noStrike" kern="0" cap="none" spc="0" baseline="0">
              <a:solidFill>
                <a:srgbClr val="000000"/>
              </a:solidFill>
              <a:latin typeface="Times New Roman" charset="0"/>
              <a:ea typeface="Times New Roman" charset="0"/>
              <a:cs typeface="Times New Roman" charset="0"/>
              <a:sym typeface="Times New Roman" charset="0"/>
            </a:endParaRPr>
          </a:p>
        </p:txBody>
      </p:sp>
      <p:sp>
        <p:nvSpPr>
          <p:cNvPr id="143" name="文本框"/>
          <p:cNvSpPr>
            <a:spLocks noGrp="1"/>
          </p:cNvSpPr>
          <p:nvPr>
            <p:ph type="sldNum"/>
          </p:nvPr>
        </p:nvSpPr>
        <p:spPr>
          <a:xfrm>
            <a:off x="8610600" y="6356349"/>
            <a:ext cx="2743200" cy="365100"/>
          </a:xfrm>
          <a:prstGeom prst="rect">
            <a:avLst/>
          </a:prstGeom>
          <a:noFill/>
          <a:ln w="12700" cap="flat" cmpd="sng">
            <a:noFill/>
            <a:prstDash val="solid"/>
            <a:round/>
          </a:ln>
        </p:spPr>
        <p:txBody>
          <a:bodyPr vert="horz" wrap="square" lIns="91425" tIns="45700" rIns="91425" bIns="45700" anchor="ctr" anchorCtr="0">
            <a:prstTxWarp prst="textNoShape">
              <a:avLst/>
            </a:prstTxWarp>
          </a:bodyPr>
          <a:lstStyle/>
          <a:p>
            <a:pPr marL="0" indent="0" algn="r">
              <a:lnSpc>
                <a:spcPct val="100000"/>
              </a:lnSpc>
              <a:spcBef>
                <a:spcPts val="0"/>
              </a:spcBef>
              <a:spcAft>
                <a:spcPts val="0"/>
              </a:spcAft>
              <a:buNone/>
            </a:pPr>
            <a:fld id="{CAD2D6BD-DE1B-4B5F-8B41-2702339687B9}" type="slidenum">
              <a:rPr lang="en-US" altLang="zh-CN" sz="1200" b="0" i="0" u="none" strike="noStrike" kern="0" cap="none" spc="0" baseline="0">
                <a:solidFill>
                  <a:srgbClr val="888888"/>
                </a:solidFill>
                <a:latin typeface="Calibri" charset="0"/>
                <a:ea typeface="Calibri" charset="0"/>
                <a:cs typeface="Calibri" charset="0"/>
                <a:sym typeface="Calibri" charset="0"/>
              </a:rPr>
              <a:t>20</a:t>
            </a:fld>
            <a:endParaRPr lang="zh-CN" altLang="en-US" sz="1200" b="0" i="0" u="none" strike="noStrike" kern="0" cap="none" spc="0" baseline="0">
              <a:solidFill>
                <a:srgbClr val="888888"/>
              </a:solidFill>
              <a:latin typeface="Calibri" charset="0"/>
              <a:ea typeface="Calibri" charset="0"/>
              <a:cs typeface="Calibri" charset="0"/>
              <a:sym typeface="Calibri" charset="0"/>
            </a:endParaRPr>
          </a:p>
        </p:txBody>
      </p:sp>
    </p:spTree>
    <p:extLst>
      <p:ext uri="{BB962C8B-B14F-4D97-AF65-F5344CB8AC3E}">
        <p14:creationId xmlns:p14="http://schemas.microsoft.com/office/powerpoint/2010/main" val="1424437521"/>
      </p:ext>
    </p:extLst>
  </p:cSld>
  <p:clrMapOvr>
    <a:masterClrMapping/>
  </p:clrMapOvr>
</p:sld>
</file>

<file path=ppt/theme/theme1.xml><?xml version="1.0" encoding="utf-8"?>
<a:theme xmlns:a="http://schemas.openxmlformats.org/drawingml/2006/main" name="Office Theme">
  <a:themeElements>
    <a:clrScheme name="Office Theme">
      <a:dk1>
        <a:srgbClr val="000000"/>
      </a:dk1>
      <a:lt1>
        <a:srgbClr val="FFFFFF"/>
      </a:lt1>
      <a:dk2>
        <a:srgbClr val="E7E6E6"/>
      </a:dk2>
      <a:lt2>
        <a:srgbClr val="44546A"/>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
        <a:ea typeface=""/>
        <a:cs typeface=""/>
      </a:majorFont>
      <a:minorFont>
        <a:latin typeface=""/>
        <a:ea typeface=""/>
        <a:cs typeface=""/>
      </a:minorFont>
    </a:fontScheme>
    <a:fmtScheme name="Office Theme">
      <a:fillStyleLst>
        <a:solidFill>
          <a:schemeClr val="phClr"/>
        </a:solidFill>
        <a:gradFill/>
        <a:gradFill/>
      </a:fillStyleLst>
      <a:lnStyleLst>
        <a:ln/>
        <a:ln/>
        <a:ln/>
      </a:lnStyleLst>
      <a:effectStyleLst>
        <a:effectStyle>
          <a:effectLst/>
        </a:effectStyle>
        <a:effectStyle>
          <a:effectLst/>
        </a:effectStyle>
        <a:effectStyle>
          <a:effectLst/>
        </a:effectStyle>
      </a:effectStyleLst>
      <a:bgFillStyleLst>
        <a:solidFill>
          <a:schemeClr val="phClr"/>
        </a:solidFill>
        <a:gradFill/>
        <a:gradFill/>
      </a:bgFillStyleLst>
    </a:fmtScheme>
  </a:themeElements>
  <a:objectDefaults/>
  <a:extraClrSchemeLst/>
</a:theme>
</file>

<file path=ppt/theme/theme2.xml><?xml version="1.0" encoding="utf-8"?>
<a:theme xmlns:a="http://schemas.openxmlformats.org/drawingml/2006/main" name="notesMaster1">
  <a:themeElements>
    <a:clrScheme name="notesMaster1">
      <a:dk1>
        <a:srgbClr val="000000"/>
      </a:dk1>
      <a:lt1>
        <a:srgbClr val="FFFFFF"/>
      </a:lt1>
      <a:dk2>
        <a:srgbClr val="E7E6E6"/>
      </a:dk2>
      <a:lt2>
        <a:srgbClr val="44546A"/>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notesMaster1">
      <a:majorFont>
        <a:latin typeface=""/>
        <a:ea typeface=""/>
        <a:cs typeface=""/>
      </a:majorFont>
      <a:minorFont>
        <a:latin typeface=""/>
        <a:ea typeface=""/>
        <a:cs typeface=""/>
      </a:minorFont>
    </a:fontScheme>
    <a:fmtScheme name="notesMaster1">
      <a:fillStyleLst>
        <a:solidFill>
          <a:schemeClr val="phClr"/>
        </a:solidFill>
        <a:gradFill/>
        <a:gradFill/>
      </a:fillStyleLst>
      <a:lnStyleLst>
        <a:ln/>
        <a:ln/>
        <a:ln/>
      </a:lnStyleLst>
      <a:effectStyleLst>
        <a:effectStyle>
          <a:effectLst/>
        </a:effectStyle>
        <a:effectStyle>
          <a:effectLst/>
        </a:effectStyle>
        <a:effectStyle>
          <a:effectLst/>
        </a:effectStyle>
      </a:effectStyleLst>
      <a:bgFillStyleLst>
        <a:solidFill>
          <a:schemeClr val="phClr"/>
        </a:solidFill>
        <a:gradFill/>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Normal.eit</Template>
  <TotalTime>41</TotalTime>
  <Words>1880</Words>
  <Application>Microsoft Office PowerPoint</Application>
  <PresentationFormat>Widescreen</PresentationFormat>
  <Paragraphs>311</Paragraphs>
  <Slides>20</Slides>
  <Notes>16</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20</vt:i4>
      </vt:variant>
    </vt:vector>
  </HeadingPairs>
  <TitlesOfParts>
    <vt:vector size="27" baseType="lpstr">
      <vt:lpstr>宋体</vt:lpstr>
      <vt:lpstr>Arial</vt:lpstr>
      <vt:lpstr>Calibri</vt:lpstr>
      <vt:lpstr>Consolas</vt:lpstr>
      <vt:lpstr>Lucida Sans</vt:lpstr>
      <vt:lpstr>Times New Roman</vt:lpstr>
      <vt:lpstr>Office Theme</vt:lpstr>
      <vt:lpstr>PowerPoint Presentation</vt:lpstr>
      <vt:lpstr>PowerPoint Presentation</vt:lpstr>
      <vt:lpstr>RESEARCH OBJECTIVE</vt:lpstr>
      <vt:lpstr>PowerPoint Presentation</vt:lpstr>
      <vt:lpstr>OVERVIEW</vt:lpstr>
      <vt:lpstr>PowerPoint Presentation</vt:lpstr>
      <vt:lpstr>PowerPoint Presentation</vt:lpstr>
      <vt:lpstr>PowerPoint Presentation</vt:lpstr>
      <vt:lpstr>PowerPoint Presentation</vt:lpstr>
      <vt:lpstr>METHODOLOGIES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Devirani Shita</dc:creator>
  <cp:lastModifiedBy>ravikumar.pt81@outlook.com</cp:lastModifiedBy>
  <cp:revision>6</cp:revision>
  <dcterms:created xsi:type="dcterms:W3CDTF">2025-08-28T06:25:51Z</dcterms:created>
  <dcterms:modified xsi:type="dcterms:W3CDTF">2026-10-04T13:30:49Z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B36E415BCC454A0488005458A0F95527_13</vt:lpwstr>
  </property>
  <property fmtid="{D5CDD505-2E9C-101B-9397-08002B2CF9AE}" pid="3" name="KSOProductBuildVer">
    <vt:lpwstr>1033-12.2.0.21931</vt:lpwstr>
  </property>
</Properties>
</file>